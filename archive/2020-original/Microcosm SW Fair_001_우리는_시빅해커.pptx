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63" r:id="rId5"/>
    <p:sldId id="264" r:id="rId6"/>
    <p:sldId id="265" r:id="rId7"/>
    <p:sldId id="266" r:id="rId8"/>
    <p:sldId id="267" r:id="rId9"/>
    <p:sldId id="274" r:id="rId10"/>
    <p:sldId id="275" r:id="rId11"/>
    <p:sldId id="276" r:id="rId12"/>
    <p:sldId id="268" r:id="rId13"/>
    <p:sldId id="269" r:id="rId14"/>
    <p:sldId id="277" r:id="rId15"/>
    <p:sldId id="278" r:id="rId16"/>
    <p:sldId id="270" r:id="rId17"/>
    <p:sldId id="279" r:id="rId18"/>
    <p:sldId id="280" r:id="rId19"/>
    <p:sldId id="286" r:id="rId20"/>
    <p:sldId id="288" r:id="rId21"/>
    <p:sldId id="281" r:id="rId22"/>
    <p:sldId id="282" r:id="rId23"/>
    <p:sldId id="284" r:id="rId24"/>
    <p:sldId id="283" r:id="rId25"/>
    <p:sldId id="271" r:id="rId26"/>
    <p:sldId id="272" r:id="rId27"/>
    <p:sldId id="285" r:id="rId28"/>
    <p:sldId id="273" r:id="rId29"/>
    <p:sldId id="287" r:id="rId30"/>
    <p:sldId id="260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0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144" y="10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59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07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8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94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64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38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221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6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18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119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F90FB-BC3B-40F6-8617-C2FDBD2E76A4}" type="datetimeFigureOut">
              <a:rPr lang="ko-KR" altLang="en-US" smtClean="0"/>
              <a:t>2020-05-10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A9C59-90A4-4D18-BA31-D81CE1E9BE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944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paul-lab@naver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F1DB9E-BD14-A047-82B9-283DB73A31BF}"/>
              </a:ext>
            </a:extLst>
          </p:cNvPr>
          <p:cNvSpPr txBox="1"/>
          <p:nvPr/>
        </p:nvSpPr>
        <p:spPr>
          <a:xfrm>
            <a:off x="263155" y="259461"/>
            <a:ext cx="3411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누구나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어떠한 제약없이 사용할 수 있는 비영리 저작물입니다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9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7806" y="2982724"/>
            <a:ext cx="473501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Microcosm SW Fair</a:t>
            </a:r>
          </a:p>
          <a:p>
            <a:pPr algn="r"/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     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-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경쟁없는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나만의 </a:t>
            </a:r>
            <a:r>
              <a:rPr lang="ko-KR" altLang="en-US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SW Fair</a:t>
            </a:r>
            <a:endParaRPr lang="ko-KR" altLang="en-US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88D87B-FEA4-42B3-A63A-4ABD00984429}"/>
              </a:ext>
            </a:extLst>
          </p:cNvPr>
          <p:cNvSpPr txBox="1"/>
          <p:nvPr/>
        </p:nvSpPr>
        <p:spPr>
          <a:xfrm>
            <a:off x="8624822" y="6372837"/>
            <a:ext cx="35671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내용 수정이 필요하시면 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  <a:hlinkClick r:id="rId2"/>
              </a:rPr>
              <a:t>paul-lab@naver.com</a:t>
            </a:r>
            <a:r>
              <a:rPr lang="ko-KR" altLang="en-US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연락주세요</a:t>
            </a:r>
            <a:r>
              <a: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37C116-7BC4-4C54-AD78-D77BF4E88C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5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444251" y="1100163"/>
            <a:ext cx="4540025" cy="4462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 도출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도구 선택 및 해결책 발견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설계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해결책 개시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피드백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08380B-69D9-455E-BDD7-D6B747AD44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81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623481" y="3136612"/>
            <a:ext cx="3009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1.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시빅해커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69D1EE-104A-460F-85FE-F00004090A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3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144985" y="3136612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질문에서 시작합니다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  <a:endParaRPr lang="ko-KR" altLang="en-US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F13F86-5EFD-4350-B1C9-10CAB91F52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163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56784" y="3136612"/>
            <a:ext cx="6678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모든 것을 의심하는 것이 이곳에 규칙이에요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39832D-3D36-41BB-9AC1-B4C932A3C0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344285" y="3136612"/>
            <a:ext cx="55034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왜 문제를 발견해야 할까요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9775F1-8AA0-40E6-95BB-15D5FD6ADF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1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38985" y="2453733"/>
            <a:ext cx="9514029" cy="1950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좋은 해결책은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좋은 호기심과 질문에서 비롯된 경우가 많기 때문입니다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*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꼭 그러하진 않습니다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  <a:r>
              <a:rPr lang="ko-KR" altLang="en-US" dirty="0">
                <a:solidFill>
                  <a:srgbClr val="0070C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우연히 발견한 발명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이라고 검색해보세요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15657-3537-4984-8ACF-F6EE474C78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2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07228" y="3136612"/>
            <a:ext cx="5777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SW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는 큰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파급력을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지니고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E7A3BE-2C4D-4794-BC2D-8E49ABBCB0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69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86866" y="2890391"/>
            <a:ext cx="70182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우리는 웹사이트 하나를 만들어 수백만명에게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우리가 원하는 바를 전달 할 수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62BFC47-5595-4CF0-A57A-51A5B4F0CC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42271" y="3136612"/>
            <a:ext cx="8507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이것은 그전에 있던 세대는 경험해보지 못한 세계입니다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EBE74C-737E-4AFE-A87B-D64FBC557A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81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046928" y="2644170"/>
            <a:ext cx="60981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상상해보세요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아이디어로 끝나는 것이 아니라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여러분은 그 문제를 해결할 수 있습니다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E306C3-DB3A-4018-9E6C-F82F9A3170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96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519540" y="3136612"/>
            <a:ext cx="7152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수백만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어쩌면 수천만명에게 영향을 끼칩니다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C320D1-F29E-49E3-88EF-CD84FEB862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495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45974" y="3136612"/>
            <a:ext cx="37000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코로나맵을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만들었어요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9A49D17-A587-4547-A263-27BA8D5D47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4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27743" y="2890391"/>
            <a:ext cx="716093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가짜뉴스에 대응하고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확산 초기 정확한 정보 전달을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위해서였습니다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3AC4D2-2DB6-486C-8030-26848C7A25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637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611986" y="2890391"/>
            <a:ext cx="496802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80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명의 자원봉사자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마스크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맵까지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10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개의 프로젝트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F4D9A4-4834-4D3C-B972-9467690DA2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469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60964" y="3136612"/>
            <a:ext cx="3070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수백만명의 방문자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34FED7-BD09-4340-9A87-11BCAA364D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016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597012" y="2890391"/>
            <a:ext cx="899797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우리가 방역에 도움을 드렸다 말할 수 없지만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적어도 초기 정보의 정확성은 높일 수 있었다고 판단합니다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3265FAA-265B-4125-BCAA-63847E301B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68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341079" y="2890391"/>
            <a:ext cx="55098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다시 상상해보세요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여러분이 이 프로젝트의 리더라고요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42D45FD-76A2-474A-85C1-4BF360DCC2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316506" y="2890391"/>
            <a:ext cx="35589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더 좋은 사례가 많아요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사례를 찾아보세요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68295B-F3A2-455D-BAC4-B86AB28B06D2}"/>
              </a:ext>
            </a:extLst>
          </p:cNvPr>
          <p:cNvSpPr/>
          <p:nvPr/>
        </p:nvSpPr>
        <p:spPr>
          <a:xfrm>
            <a:off x="275456" y="27253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1 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4E75AB-F102-4C4B-B14B-FBDCAE4CF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E296E9-D463-4362-A8CF-ED63D1B5541D}"/>
              </a:ext>
            </a:extLst>
          </p:cNvPr>
          <p:cNvSpPr txBox="1"/>
          <p:nvPr/>
        </p:nvSpPr>
        <p:spPr>
          <a:xfrm>
            <a:off x="9841414" y="4257738"/>
            <a:ext cx="208743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어떤 문제를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누가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왜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무엇을 통해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어떻게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</a:t>
            </a: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얼마만에</a:t>
            </a:r>
            <a:endParaRPr lang="en-US" altLang="ko-KR" sz="20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r"/>
            <a:r>
              <a:rPr lang="ko-KR" altLang="en-US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해결한 사례인가요</a:t>
            </a:r>
            <a:r>
              <a:rPr lang="en-US" altLang="ko-KR" sz="20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6609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0178" y="2151727"/>
            <a:ext cx="975299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과제는 어떻게 제출해야 하나요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  <a:p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GitBlog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미디엄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Wiki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등 가능하다면 마크다운 작성이 가능하고 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Code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하이라이팅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작성이 가능한 곳으로 해주세요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중요한 것은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Publishing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해야 한다는 것입니다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4E75AB-F102-4C4B-B14B-FBDCAE4CFF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750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75031" y="3136612"/>
            <a:ext cx="68419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초등학생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중학생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고등학생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대학생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직장인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F0C6D8-EAB9-4B25-B57E-320F121711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32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354451" y="3136612"/>
            <a:ext cx="14830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시빅해킹</a:t>
            </a:r>
            <a:endParaRPr lang="en-US" altLang="ko-KR" sz="3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315B8D2-4520-4A96-80D5-E36FE375D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09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86840" y="2367171"/>
            <a:ext cx="6618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해킹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(Civic Hacking)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은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시민들이 새로운 도구와 접근 방법을 사용하여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신속하고 창의적으로 협업함으로써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그들의 도시 또는 정부시스템을 개선시켜 나가는 사회운동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1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r"/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출처 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위키백과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3B6CC5-D8CC-4882-BAF9-F3713C5124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1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786840" y="2367171"/>
            <a:ext cx="66183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시빅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해킹</a:t>
            </a:r>
            <a:r>
              <a:rPr lang="en-US" altLang="ko-KR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(Civic Hacking)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은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시민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들이 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새로운 도구와 접근 방법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사용하여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신속하고 창의적으로 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협업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함으로써 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그들의 도시 또는 정부</a:t>
            </a:r>
            <a:r>
              <a:rPr lang="ko-KR" altLang="en-US" sz="2400" dirty="0">
                <a:solidFill>
                  <a:srgbClr val="00B050"/>
                </a:solidFill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시스템을 개선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시켜 나가는 사회운동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endParaRPr lang="en-US" altLang="ko-KR" sz="12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pPr algn="r"/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출처 </a:t>
            </a:r>
            <a:r>
              <a:rPr lang="en-US" altLang="ko-KR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: </a:t>
            </a:r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위키백과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0C39212-CD01-455B-8A05-216E52E141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36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673428" y="3136612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여러분들이 만든 코드도 그렇게 될 수 있어요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3499FED-4603-41E8-B700-06535A8B6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558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03459" y="3136612"/>
            <a:ext cx="63850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자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, 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 주위에는 어떤 문제가 있나요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6C221A2-875D-47AC-B572-C13B34CD0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647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245700" y="2890391"/>
            <a:ext cx="59891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지극히 개인적인 문제여도 괜찮아요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  <a:p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그것은 </a:t>
            </a:r>
            <a:r>
              <a:rPr lang="ko-KR" altLang="en-US" sz="3200" dirty="0" err="1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여러분만의</a:t>
            </a:r>
            <a:r>
              <a:rPr lang="ko-KR" altLang="en-US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 문제가 아니거든요</a:t>
            </a:r>
            <a:r>
              <a:rPr lang="en-US" altLang="ko-KR" sz="32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811CCE8-E7C8-42D5-9E0A-B1D92FB05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75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913704" y="1607081"/>
            <a:ext cx="12538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호기심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내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8FD29-7E82-4507-9EAF-50C6D7A13775}"/>
              </a:ext>
            </a:extLst>
          </p:cNvPr>
          <p:cNvSpPr txBox="1"/>
          <p:nvPr/>
        </p:nvSpPr>
        <p:spPr>
          <a:xfrm>
            <a:off x="5228322" y="1607081"/>
            <a:ext cx="17540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가족의 호기심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가족의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가족의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9ADA9-1E47-4F54-8CD4-7DF45E61EE31}"/>
              </a:ext>
            </a:extLst>
          </p:cNvPr>
          <p:cNvSpPr txBox="1"/>
          <p:nvPr/>
        </p:nvSpPr>
        <p:spPr>
          <a:xfrm>
            <a:off x="8753520" y="1607081"/>
            <a:ext cx="17556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이웃의 호기심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이웃의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이웃의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4E37B5-F3FF-40FB-89AA-4177D7E0B795}"/>
              </a:ext>
            </a:extLst>
          </p:cNvPr>
          <p:cNvSpPr txBox="1"/>
          <p:nvPr/>
        </p:nvSpPr>
        <p:spPr>
          <a:xfrm>
            <a:off x="1913704" y="4276179"/>
            <a:ext cx="15231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지역의 관심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지역의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지역의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2E4931-D05A-4BCC-8A0F-BEF7AF710738}"/>
              </a:ext>
            </a:extLst>
          </p:cNvPr>
          <p:cNvSpPr txBox="1"/>
          <p:nvPr/>
        </p:nvSpPr>
        <p:spPr>
          <a:xfrm>
            <a:off x="5228322" y="4276179"/>
            <a:ext cx="15247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국가의 관심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국가의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국가의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848382-A889-4958-93CF-366BEA0018D7}"/>
              </a:ext>
            </a:extLst>
          </p:cNvPr>
          <p:cNvSpPr txBox="1"/>
          <p:nvPr/>
        </p:nvSpPr>
        <p:spPr>
          <a:xfrm>
            <a:off x="8753520" y="4276179"/>
            <a:ext cx="15343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세계의 관심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세계의 문제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ko-KR" altLang="en-US" sz="2400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세계의 고민</a:t>
            </a:r>
            <a:endParaRPr lang="en-US" altLang="ko-KR" sz="2400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8DEE719-19D9-4006-BC85-1AF1B07B83D1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2 :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0519A5-80BA-4752-98D8-74214AFD8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944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8DEE719-19D9-4006-BC85-1AF1B07B83D1}"/>
              </a:ext>
            </a:extLst>
          </p:cNvPr>
          <p:cNvSpPr/>
          <p:nvPr/>
        </p:nvSpPr>
        <p:spPr>
          <a:xfrm>
            <a:off x="275456" y="272534"/>
            <a:ext cx="822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과제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 :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0519A5-80BA-4752-98D8-74214AFD8FE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169" y="353493"/>
            <a:ext cx="775676" cy="451850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E295108-4133-44D4-B9CE-11153AA562D3}"/>
              </a:ext>
            </a:extLst>
          </p:cNvPr>
          <p:cNvCxnSpPr>
            <a:cxnSpLocks/>
          </p:cNvCxnSpPr>
          <p:nvPr/>
        </p:nvCxnSpPr>
        <p:spPr>
          <a:xfrm flipV="1">
            <a:off x="3087150" y="2273417"/>
            <a:ext cx="0" cy="351498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9DB1C9B-BFA5-4178-BF9C-6870D26CFDE6}"/>
              </a:ext>
            </a:extLst>
          </p:cNvPr>
          <p:cNvCxnSpPr>
            <a:cxnSpLocks/>
          </p:cNvCxnSpPr>
          <p:nvPr/>
        </p:nvCxnSpPr>
        <p:spPr>
          <a:xfrm flipV="1">
            <a:off x="3070372" y="5771625"/>
            <a:ext cx="4209875" cy="1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134EB5E-4B2F-4B65-97F0-EC72E12A8094}"/>
              </a:ext>
            </a:extLst>
          </p:cNvPr>
          <p:cNvCxnSpPr>
            <a:cxnSpLocks/>
          </p:cNvCxnSpPr>
          <p:nvPr/>
        </p:nvCxnSpPr>
        <p:spPr>
          <a:xfrm flipV="1">
            <a:off x="3070372" y="4486545"/>
            <a:ext cx="1270471" cy="130185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3E710AF-DE60-4191-AA9B-D08FB618936C}"/>
              </a:ext>
            </a:extLst>
          </p:cNvPr>
          <p:cNvCxnSpPr>
            <a:cxnSpLocks/>
          </p:cNvCxnSpPr>
          <p:nvPr/>
        </p:nvCxnSpPr>
        <p:spPr>
          <a:xfrm>
            <a:off x="3304564" y="2273417"/>
            <a:ext cx="40777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D39CB18-138B-4EC9-A297-25FD2048474F}"/>
              </a:ext>
            </a:extLst>
          </p:cNvPr>
          <p:cNvCxnSpPr>
            <a:cxnSpLocks/>
          </p:cNvCxnSpPr>
          <p:nvPr/>
        </p:nvCxnSpPr>
        <p:spPr>
          <a:xfrm flipV="1">
            <a:off x="3222072" y="889233"/>
            <a:ext cx="1232483" cy="12219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F25F70-1E5C-4865-B87A-0A7D4C777152}"/>
              </a:ext>
            </a:extLst>
          </p:cNvPr>
          <p:cNvCxnSpPr>
            <a:cxnSpLocks/>
          </p:cNvCxnSpPr>
          <p:nvPr/>
        </p:nvCxnSpPr>
        <p:spPr>
          <a:xfrm>
            <a:off x="4602410" y="889233"/>
            <a:ext cx="40777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1BC4016F-9145-4819-9E61-557371840AE5}"/>
              </a:ext>
            </a:extLst>
          </p:cNvPr>
          <p:cNvCxnSpPr>
            <a:cxnSpLocks/>
          </p:cNvCxnSpPr>
          <p:nvPr/>
        </p:nvCxnSpPr>
        <p:spPr>
          <a:xfrm flipV="1">
            <a:off x="7558829" y="1097558"/>
            <a:ext cx="1023109" cy="11017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407C64-7298-44C4-B192-C20BB87DA974}"/>
              </a:ext>
            </a:extLst>
          </p:cNvPr>
          <p:cNvCxnSpPr>
            <a:cxnSpLocks/>
          </p:cNvCxnSpPr>
          <p:nvPr/>
        </p:nvCxnSpPr>
        <p:spPr>
          <a:xfrm flipV="1">
            <a:off x="7447676" y="4486545"/>
            <a:ext cx="1232483" cy="12219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768C145-8DFF-4484-A46B-95A694C7FCBB}"/>
              </a:ext>
            </a:extLst>
          </p:cNvPr>
          <p:cNvSpPr/>
          <p:nvPr/>
        </p:nvSpPr>
        <p:spPr>
          <a:xfrm>
            <a:off x="1394653" y="3846244"/>
            <a:ext cx="1475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Y :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구현 가능성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8B4828-B82E-4420-AA00-85082521F62F}"/>
              </a:ext>
            </a:extLst>
          </p:cNvPr>
          <p:cNvSpPr/>
          <p:nvPr/>
        </p:nvSpPr>
        <p:spPr>
          <a:xfrm>
            <a:off x="4266861" y="5889261"/>
            <a:ext cx="2153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X :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사회적 영향과 보람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CF06B93-8567-4335-AF34-6B8112CE831E}"/>
              </a:ext>
            </a:extLst>
          </p:cNvPr>
          <p:cNvCxnSpPr>
            <a:cxnSpLocks/>
          </p:cNvCxnSpPr>
          <p:nvPr/>
        </p:nvCxnSpPr>
        <p:spPr>
          <a:xfrm>
            <a:off x="4427161" y="4397229"/>
            <a:ext cx="407774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63F5DFC-33D9-45A4-A3EC-D84FBFA73B8B}"/>
              </a:ext>
            </a:extLst>
          </p:cNvPr>
          <p:cNvCxnSpPr>
            <a:cxnSpLocks/>
          </p:cNvCxnSpPr>
          <p:nvPr/>
        </p:nvCxnSpPr>
        <p:spPr>
          <a:xfrm>
            <a:off x="4454555" y="1241570"/>
            <a:ext cx="0" cy="29438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0F3F953-561C-4BB6-90B8-DE6D2DE98680}"/>
              </a:ext>
            </a:extLst>
          </p:cNvPr>
          <p:cNvCxnSpPr>
            <a:cxnSpLocks/>
          </p:cNvCxnSpPr>
          <p:nvPr/>
        </p:nvCxnSpPr>
        <p:spPr>
          <a:xfrm>
            <a:off x="8680159" y="1241570"/>
            <a:ext cx="0" cy="29438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DEC711A9-FAEB-450B-B3B4-0EE6FE98D5C6}"/>
              </a:ext>
            </a:extLst>
          </p:cNvPr>
          <p:cNvCxnSpPr>
            <a:cxnSpLocks/>
          </p:cNvCxnSpPr>
          <p:nvPr/>
        </p:nvCxnSpPr>
        <p:spPr>
          <a:xfrm>
            <a:off x="7447676" y="2558992"/>
            <a:ext cx="0" cy="294383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7CDEB83-7A09-41EE-B973-62445FF7A140}"/>
              </a:ext>
            </a:extLst>
          </p:cNvPr>
          <p:cNvSpPr/>
          <p:nvPr/>
        </p:nvSpPr>
        <p:spPr>
          <a:xfrm>
            <a:off x="4058981" y="4772068"/>
            <a:ext cx="1917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Z : 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주제에 대한 흥미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C396CB0-68A3-4862-942C-456B5D39F45F}"/>
              </a:ext>
            </a:extLst>
          </p:cNvPr>
          <p:cNvSpPr/>
          <p:nvPr/>
        </p:nvSpPr>
        <p:spPr>
          <a:xfrm>
            <a:off x="8943365" y="5995637"/>
            <a:ext cx="31107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Matplotlib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과 같은 시각화 도구로 </a:t>
            </a:r>
            <a:endParaRPr lang="en-US" altLang="ko-KR" dirty="0">
              <a:latin typeface="배달의민족 주아" panose="02020603020101020101" pitchFamily="18" charset="-127"/>
              <a:ea typeface="배달의민족 주아" panose="02020603020101020101" pitchFamily="18" charset="-127"/>
            </a:endParaRPr>
          </a:p>
          <a:p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3D Visualization</a:t>
            </a:r>
            <a:r>
              <a:rPr lang="ko-KR" altLang="en-US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을 해보세요</a:t>
            </a:r>
            <a:r>
              <a:rPr lang="en-US" altLang="ko-KR" dirty="0">
                <a:latin typeface="배달의민족 주아" panose="02020603020101020101" pitchFamily="18" charset="-127"/>
                <a:ea typeface="배달의민족 주아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1645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ㅗ씌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8715" y="1701962"/>
            <a:ext cx="483507" cy="48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ss wiki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872" y="1742747"/>
            <a:ext cx="340933" cy="48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ile:Javascript-shield.sv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344" y="1757317"/>
            <a:ext cx="332469" cy="46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ootstrap wiki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79" y="1757317"/>
            <a:ext cx="538821" cy="53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eact wiki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569" y="1076326"/>
            <a:ext cx="1043306" cy="73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jango logo에 대한 이미지 검색결과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918" y="3253811"/>
            <a:ext cx="1499635" cy="523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ython wiki에 대한 이미지 검색결과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35" y="2802611"/>
            <a:ext cx="796203" cy="79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postgresql logo에 대한 이미지 검색결과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054" y="2734577"/>
            <a:ext cx="1163414" cy="830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it logo에 대한 이미지 검색결과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841" y="4273568"/>
            <a:ext cx="898826" cy="374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ws logo에 대한 이미지 검색결과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285" y="5411568"/>
            <a:ext cx="648390" cy="387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zure logo에 대한 이미지 검색결과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545" y="5242615"/>
            <a:ext cx="1394255" cy="40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andas logo에 대한 이미지 검색결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917" y="1050083"/>
            <a:ext cx="1704195" cy="100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numpy logo에 대한 이미지 검색결과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650" y="3091912"/>
            <a:ext cx="1487237" cy="58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matplotlib logo png에 대한 이미지 검색결과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380" y="1139795"/>
            <a:ext cx="1648406" cy="32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beautiful soup logo에 대한 이미지 검색결과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68" y="3569671"/>
            <a:ext cx="4586850" cy="197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ensorflow logo png에 대한 이미지 검색결과"/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28" t="17408" r="17438" b="15876"/>
          <a:stretch/>
        </p:blipFill>
        <p:spPr bwMode="auto">
          <a:xfrm>
            <a:off x="9632647" y="4402059"/>
            <a:ext cx="937337" cy="54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39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400</Words>
  <Application>Microsoft Office PowerPoint</Application>
  <PresentationFormat>와이드스크린</PresentationFormat>
  <Paragraphs>93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나눔스퀘어</vt:lpstr>
      <vt:lpstr>맑은 고딕</vt:lpstr>
      <vt:lpstr>배달의민족 주아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lee hojun</cp:lastModifiedBy>
  <cp:revision>30</cp:revision>
  <dcterms:created xsi:type="dcterms:W3CDTF">2019-12-21T04:10:53Z</dcterms:created>
  <dcterms:modified xsi:type="dcterms:W3CDTF">2020-05-10T02:58:13Z</dcterms:modified>
</cp:coreProperties>
</file>
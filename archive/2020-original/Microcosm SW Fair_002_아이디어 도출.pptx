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2" r:id="rId3"/>
    <p:sldId id="261" r:id="rId4"/>
    <p:sldId id="288" r:id="rId5"/>
    <p:sldId id="289" r:id="rId6"/>
    <p:sldId id="295" r:id="rId7"/>
    <p:sldId id="296" r:id="rId8"/>
    <p:sldId id="287" r:id="rId9"/>
    <p:sldId id="297" r:id="rId10"/>
    <p:sldId id="294" r:id="rId11"/>
    <p:sldId id="291" r:id="rId12"/>
    <p:sldId id="298" r:id="rId13"/>
    <p:sldId id="290" r:id="rId14"/>
    <p:sldId id="300" r:id="rId15"/>
    <p:sldId id="301" r:id="rId16"/>
    <p:sldId id="302" r:id="rId17"/>
    <p:sldId id="303" r:id="rId18"/>
    <p:sldId id="304" r:id="rId19"/>
    <p:sldId id="286" r:id="rId20"/>
    <p:sldId id="293" r:id="rId21"/>
    <p:sldId id="292" r:id="rId22"/>
    <p:sldId id="26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1924" autoAdjust="0"/>
  </p:normalViewPr>
  <p:slideViewPr>
    <p:cSldViewPr snapToGrid="0" showGuides="1">
      <p:cViewPr varScale="1">
        <p:scale>
          <a:sx n="83" d="100"/>
          <a:sy n="83" d="100"/>
        </p:scale>
        <p:origin x="677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47628" y="3136612"/>
            <a:ext cx="4496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문샷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싱킹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&lt;-&gt;  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미노베이션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34130" y="3136612"/>
            <a:ext cx="3123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Mini + innovation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7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27352" y="3136612"/>
            <a:ext cx="3937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수익모델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아이디어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계획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8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95256" y="2890391"/>
            <a:ext cx="66014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오르지 나의 호기심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또 거창하게는 나의 사명에 붙들려 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5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12412" y="2644170"/>
            <a:ext cx="5367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발표를 위한 발표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보고서를 위한 보고서는 내려놓고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자신의 가슴에 귀기울여 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9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623481" y="2890391"/>
            <a:ext cx="31598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새로운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누구도 생각치 못한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73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81392" y="2151727"/>
            <a:ext cx="634180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돋보이기 위한 생각들은 잠시 내려놓고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마음이 어디를 향하고 있는지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앞선 문제들 중 어떤 문제를 해결하고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무엇을 만들고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싶은지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나에게 물어보세요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6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69268" y="3136612"/>
            <a:ext cx="4453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혁신이 아니라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혁신적 실행력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3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370207" y="3136612"/>
            <a:ext cx="3451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사소한 변화들의 축적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93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05985" y="3136612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거대한 물결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3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12412" y="2890391"/>
            <a:ext cx="39148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지금은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거대한 것이 아닌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지금 내가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할 수 있는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92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458372" y="3136612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시작합니다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4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8828" y="2397948"/>
            <a:ext cx="62943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앞서 제시된 문제들 중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개를 고르고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이에 대한 마인드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맵을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그려보세요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제약없이 그려보세요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해결책이어도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좋고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생각이어도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좋습니다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62FFD10-B10E-41EB-8411-7ED13517DCB1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9312C3-B367-4904-9514-8FCB1ABCD387}"/>
              </a:ext>
            </a:extLst>
          </p:cNvPr>
          <p:cNvSpPr/>
          <p:nvPr/>
        </p:nvSpPr>
        <p:spPr>
          <a:xfrm>
            <a:off x="7652865" y="5581177"/>
            <a:ext cx="38881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Wiki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에서 마인드맵이 무엇인지 검색하시고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en-US" altLang="ko-KR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FreeMind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다운로드 받아 실행해보세요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이미지로 </a:t>
            </a:r>
            <a:r>
              <a:rPr lang="en-US" altLang="ko-KR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Export</a:t>
            </a:r>
            <a:r>
              <a:rPr lang="ko-KR" altLang="en-US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하여 </a:t>
            </a:r>
            <a:r>
              <a:rPr lang="en-US" altLang="ko-KR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</a:t>
            </a:r>
            <a:r>
              <a:rPr lang="ko-KR" altLang="en-US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61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34905" y="2644170"/>
            <a:ext cx="61221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생각이 어느정도 정리가 되셨나요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한가지 주제를 선택하여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좀 더 깊게 생각해봅시다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7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51651" y="3136612"/>
            <a:ext cx="7888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좀 더 깊게 생각할 수 있는 방법은 무엇이 있을까요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74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296742" y="3136612"/>
            <a:ext cx="1598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글입니다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83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03738" y="1413063"/>
            <a:ext cx="872226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나는 왜 이 문제를 선택하였는가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할 수 있는 일인가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어떤 문제를 어떻게 해결하려 하는가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혜택을 받을 사람은 누구인가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왜 이 혜택을 그 사람이 받아야 하는가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지금 할 수 있는 가장 작은 일은 무엇인가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얼마 만에 가장 작은 프로토타입을 런칭할 수 있을까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 외 질문들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8295B-F3A2-455D-BAC4-B86AB28B06D2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4E75AB-F102-4C4B-B14B-FBDCAE4CF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E296E9-D463-4362-A8CF-ED63D1B5541D}"/>
              </a:ext>
            </a:extLst>
          </p:cNvPr>
          <p:cNvSpPr txBox="1"/>
          <p:nvPr/>
        </p:nvSpPr>
        <p:spPr>
          <a:xfrm>
            <a:off x="1614803" y="6178358"/>
            <a:ext cx="10314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질문 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개를 선택하여 자세하게 기술해보세요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물음에 물음을 더해보세요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보다 본질에 다가서려 노력해보세요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493C8-079C-40C9-BA49-6D89E22E02ED}"/>
              </a:ext>
            </a:extLst>
          </p:cNvPr>
          <p:cNvSpPr txBox="1"/>
          <p:nvPr/>
        </p:nvSpPr>
        <p:spPr>
          <a:xfrm>
            <a:off x="267836" y="612908"/>
            <a:ext cx="5442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아직 퍼블리싱 하지 마세요</a:t>
            </a:r>
            <a:r>
              <a:rPr lang="en-US" altLang="ko-KR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해당 과제는 연구과제입니다</a:t>
            </a:r>
            <a:r>
              <a:rPr lang="en-US" altLang="ko-KR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609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97098" y="2318415"/>
            <a:ext cx="719780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유튜브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미디엄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티스토리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네이버 블로그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등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뉴스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Google!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책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 외 연구 자료들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8295B-F3A2-455D-BAC4-B86AB28B06D2}"/>
              </a:ext>
            </a:extLst>
          </p:cNvPr>
          <p:cNvSpPr/>
          <p:nvPr/>
        </p:nvSpPr>
        <p:spPr>
          <a:xfrm>
            <a:off x="275456" y="272534"/>
            <a:ext cx="814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 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4E75AB-F102-4C4B-B14B-FBDCAE4CF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E296E9-D463-4362-A8CF-ED63D1B5541D}"/>
              </a:ext>
            </a:extLst>
          </p:cNvPr>
          <p:cNvSpPr txBox="1"/>
          <p:nvPr/>
        </p:nvSpPr>
        <p:spPr>
          <a:xfrm>
            <a:off x="734754" y="6178358"/>
            <a:ext cx="11194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기존에 연구되었던 자료들을 수집하세요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믿으세요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 선택하려는 주제는 누군가 꼭 해결해보려 했던 주제입니다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493C8-079C-40C9-BA49-6D89E22E02ED}"/>
              </a:ext>
            </a:extLst>
          </p:cNvPr>
          <p:cNvSpPr txBox="1"/>
          <p:nvPr/>
        </p:nvSpPr>
        <p:spPr>
          <a:xfrm>
            <a:off x="267836" y="612908"/>
            <a:ext cx="5442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아직 퍼블리싱 하지 마세요</a:t>
            </a:r>
            <a:r>
              <a:rPr lang="en-US" altLang="ko-KR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해당 과제는 연구과제입니다</a:t>
            </a:r>
            <a:r>
              <a:rPr lang="en-US" altLang="ko-KR" sz="20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5025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14218" y="2644170"/>
            <a:ext cx="9350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정리가 되셨다면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짧은 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영상 제작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또는 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에세이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써보세요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그리고 보다 많은 사람들에게 평가받기 위해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유튜브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미디엄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등으로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8295B-F3A2-455D-BAC4-B86AB28B06D2}"/>
              </a:ext>
            </a:extLst>
          </p:cNvPr>
          <p:cNvSpPr/>
          <p:nvPr/>
        </p:nvSpPr>
        <p:spPr>
          <a:xfrm>
            <a:off x="275456" y="272534"/>
            <a:ext cx="832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 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4E75AB-F102-4C4B-B14B-FBDCAE4CF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37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ㅗ씌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15" y="1701962"/>
            <a:ext cx="483507" cy="48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 wiki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872" y="1742747"/>
            <a:ext cx="340933" cy="48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le:Javascript-shield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344" y="1757317"/>
            <a:ext cx="332469" cy="46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otstrap wiki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79" y="1757317"/>
            <a:ext cx="538821" cy="53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act wiki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569" y="1076326"/>
            <a:ext cx="1043306" cy="73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jango logo에 대한 이미지 검색결과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918" y="3253811"/>
            <a:ext cx="1499635" cy="5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ython wiki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35" y="2802611"/>
            <a:ext cx="796203" cy="7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ostgresql logo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054" y="2734577"/>
            <a:ext cx="1163414" cy="8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 logo에 대한 이미지 검색결과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841" y="4273568"/>
            <a:ext cx="898826" cy="37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ws logo에 대한 이미지 검색결과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85" y="5411568"/>
            <a:ext cx="648390" cy="3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zure logo에 대한 이미지 검색결과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545" y="5242615"/>
            <a:ext cx="1394255" cy="40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andas logo에 대한 이미지 검색결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917" y="1050083"/>
            <a:ext cx="1704195" cy="100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numpy logo에 대한 이미지 검색결과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3091912"/>
            <a:ext cx="1487237" cy="58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tplotlib logo png에 대한 이미지 검색결과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80" y="1139795"/>
            <a:ext cx="1648406" cy="32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beautiful soup logo에 대한 이미지 검색결과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68" y="3569671"/>
            <a:ext cx="4586850" cy="19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ensorflow logo png에 대한 이미지 검색결과"/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7408" r="17438" b="15876"/>
          <a:stretch/>
        </p:blipFill>
        <p:spPr bwMode="auto">
          <a:xfrm>
            <a:off x="9632647" y="4402059"/>
            <a:ext cx="937337" cy="54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373</Words>
  <Application>Microsoft Office PowerPoint</Application>
  <PresentationFormat>와이드스크린</PresentationFormat>
  <Paragraphs>69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hojun lee</cp:lastModifiedBy>
  <cp:revision>36</cp:revision>
  <dcterms:created xsi:type="dcterms:W3CDTF">2019-12-21T04:10:53Z</dcterms:created>
  <dcterms:modified xsi:type="dcterms:W3CDTF">2020-05-14T06:54:04Z</dcterms:modified>
</cp:coreProperties>
</file>
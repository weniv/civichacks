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261" r:id="rId4"/>
    <p:sldId id="305" r:id="rId5"/>
    <p:sldId id="306" r:id="rId6"/>
    <p:sldId id="307" r:id="rId7"/>
    <p:sldId id="308" r:id="rId8"/>
    <p:sldId id="295" r:id="rId9"/>
    <p:sldId id="309" r:id="rId10"/>
    <p:sldId id="310" r:id="rId11"/>
    <p:sldId id="312" r:id="rId12"/>
    <p:sldId id="313" r:id="rId13"/>
    <p:sldId id="314" r:id="rId14"/>
    <p:sldId id="316" r:id="rId15"/>
    <p:sldId id="31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1924" autoAdjust="0"/>
  </p:normalViewPr>
  <p:slideViewPr>
    <p:cSldViewPr snapToGrid="0" showGuides="1">
      <p:cViewPr varScale="1">
        <p:scale>
          <a:sx n="83" d="100"/>
          <a:sy n="83" d="100"/>
        </p:scale>
        <p:origin x="677" y="7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29013-EF30-418F-8AC2-28AFB757A035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D15F-F384-42AA-8129-99B66AEAB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37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3D15F-F384-42AA-8129-99B66AEABA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78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59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07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4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64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38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6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8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7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1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F90FB-BC3B-40F6-8617-C2FDBD2E76A4}" type="datetimeFigureOut">
              <a:rPr lang="ko-KR" altLang="en-US" smtClean="0"/>
              <a:t>2020-05-15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4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ul-lab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7.jpeg"/><Relationship Id="rId3" Type="http://schemas.openxmlformats.org/officeDocument/2006/relationships/image" Target="../media/image3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.png"/><Relationship Id="rId25" Type="http://schemas.openxmlformats.org/officeDocument/2006/relationships/image" Target="../media/image24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2.png"/><Relationship Id="rId10" Type="http://schemas.openxmlformats.org/officeDocument/2006/relationships/image" Target="../media/image10.png"/><Relationship Id="rId19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F1DB9E-BD14-A047-82B9-283DB73A31BF}"/>
              </a:ext>
            </a:extLst>
          </p:cNvPr>
          <p:cNvSpPr txBox="1"/>
          <p:nvPr/>
        </p:nvSpPr>
        <p:spPr>
          <a:xfrm>
            <a:off x="263155" y="259461"/>
            <a:ext cx="34112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누구나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어떠한 제약없이 사용할 수 있는 비영리 저작물입니다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7806" y="2982724"/>
            <a:ext cx="473501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Microcosm SW Fair</a:t>
            </a:r>
          </a:p>
          <a:p>
            <a:pPr algn="r"/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경쟁없는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나만의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시빅해킹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 Fair</a:t>
            </a:r>
            <a:endParaRPr lang="ko-KR" alt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8D87B-FEA4-42B3-A63A-4ABD00984429}"/>
              </a:ext>
            </a:extLst>
          </p:cNvPr>
          <p:cNvSpPr txBox="1"/>
          <p:nvPr/>
        </p:nvSpPr>
        <p:spPr>
          <a:xfrm>
            <a:off x="8624822" y="6372837"/>
            <a:ext cx="3567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내용 수정이 필요하시면 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paul-lab@naver.com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연락주세요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37C116-7BC4-4C54-AD78-D77BF4E88C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44251" y="1100163"/>
            <a:ext cx="4540025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</a:t>
            </a:r>
            <a:r>
              <a:rPr lang="en-US" altLang="ko-KR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시빅해커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아이디어 도출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 선택 및 해결책 발견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설계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08380B-69D9-455E-BDD7-D6B747AD4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37685" y="2890391"/>
            <a:ext cx="57166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도구를 선택하는 것이 먼저 일까요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해결책을 발견하는 것이 먼저일까요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32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84923" y="3136612"/>
            <a:ext cx="4822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도구를 먼저 선택합시다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08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ㅗ씌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715" y="1701962"/>
            <a:ext cx="483507" cy="48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ss wiki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872" y="1742747"/>
            <a:ext cx="340933" cy="48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ile:Javascript-shield.sv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344" y="1757317"/>
            <a:ext cx="332469" cy="46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ootstrap wiki에 대한 이미지 검색결과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379" y="1757317"/>
            <a:ext cx="538821" cy="53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jango logo에 대한 이미지 검색결과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918" y="3253811"/>
            <a:ext cx="1499635" cy="52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ython wiki에 대한 이미지 검색결과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35" y="2802611"/>
            <a:ext cx="796203" cy="79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postgresql logo에 대한 이미지 검색결과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054" y="2734577"/>
            <a:ext cx="1163414" cy="83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it logo에 대한 이미지 검색결과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841" y="4273568"/>
            <a:ext cx="898826" cy="37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ws logo에 대한 이미지 검색결과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285" y="5411568"/>
            <a:ext cx="648390" cy="38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zure logo에 대한 이미지 검색결과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545" y="5242615"/>
            <a:ext cx="1394255" cy="40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pandas logo에 대한 이미지 검색결과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658" y="1435818"/>
            <a:ext cx="1704195" cy="100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numpy logo에 대한 이미지 검색결과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50" y="3091912"/>
            <a:ext cx="1487237" cy="58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matplotlib logo png에 대한 이미지 검색결과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459" y="1076326"/>
            <a:ext cx="1648406" cy="32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beautiful soup logo에 대한 이미지 검색결과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804" y="3909418"/>
            <a:ext cx="2502310" cy="1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tensorflow logo png에 대한 이미지 검색결과"/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8" t="17408" r="17438" b="15876"/>
          <a:stretch/>
        </p:blipFill>
        <p:spPr bwMode="auto">
          <a:xfrm>
            <a:off x="9632647" y="4402059"/>
            <a:ext cx="937337" cy="54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7C011B5-427F-4737-9067-0C94BB8DE72A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285EFF0-CC13-4E18-B3E3-3F13392B7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750" y="5144981"/>
            <a:ext cx="574959" cy="51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F5A41388-52BC-46D0-826D-B9192A4DF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190" y="4882955"/>
            <a:ext cx="1166681" cy="82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DACF2CAC-AA06-405B-BB6B-6D4849EB2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959" y="5513560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31F8FF3-31EC-48C0-AACA-EB11FEB53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5261" y="3211072"/>
            <a:ext cx="1273183" cy="38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8B2D3B30-C8E6-4B15-AF2D-7D6C6BC3A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2056" y="3738872"/>
            <a:ext cx="852505" cy="52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412049C9-BC12-4333-8D67-112FEF2A7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206" y="5159125"/>
            <a:ext cx="581963" cy="58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6" descr="Logo competition - we have a winner! - Raspberry Pi">
            <a:extLst>
              <a:ext uri="{FF2B5EF4-FFF2-40B4-BE49-F238E27FC236}">
                <a16:creationId xmlns:a16="http://schemas.microsoft.com/office/drawing/2014/main" id="{726ACF5A-98AA-482A-A09B-35E60D90E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120" y="1340081"/>
            <a:ext cx="904098" cy="80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8">
            <a:extLst>
              <a:ext uri="{FF2B5EF4-FFF2-40B4-BE49-F238E27FC236}">
                <a16:creationId xmlns:a16="http://schemas.microsoft.com/office/drawing/2014/main" id="{39BC781F-A982-46C7-987A-93EB863AA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19" y="742816"/>
            <a:ext cx="769140" cy="52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358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48828" y="2644170"/>
            <a:ext cx="62943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도구를 선택하세요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그리고 그 도구들로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나만에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Study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로드맵을 그려보세요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그리고 그 로드맵을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Publishing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62FFD10-B10E-41EB-8411-7ED13517DCB1}"/>
              </a:ext>
            </a:extLst>
          </p:cNvPr>
          <p:cNvSpPr/>
          <p:nvPr/>
        </p:nvSpPr>
        <p:spPr>
          <a:xfrm>
            <a:off x="275456" y="27253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 :</a:t>
            </a:r>
          </a:p>
        </p:txBody>
      </p:sp>
    </p:spTree>
    <p:extLst>
      <p:ext uri="{BB962C8B-B14F-4D97-AF65-F5344CB8AC3E}">
        <p14:creationId xmlns:p14="http://schemas.microsoft.com/office/powerpoint/2010/main" val="674619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48828" y="2151727"/>
            <a:ext cx="62943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로드맵 대로 공부하세요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서두르지 마시고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공부한 것을 정리하되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문법에 치중하지 마세요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우리의 목표를 잊지 마세요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수단에 함몰되지 마세요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62FFD10-B10E-41EB-8411-7ED13517DCB1}"/>
              </a:ext>
            </a:extLst>
          </p:cNvPr>
          <p:cNvSpPr/>
          <p:nvPr/>
        </p:nvSpPr>
        <p:spPr>
          <a:xfrm>
            <a:off x="275456" y="272534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2CCEE-5595-4FFB-8896-AC922E14CA25}"/>
              </a:ext>
            </a:extLst>
          </p:cNvPr>
          <p:cNvSpPr txBox="1"/>
          <p:nvPr/>
        </p:nvSpPr>
        <p:spPr>
          <a:xfrm>
            <a:off x="5098422" y="5919732"/>
            <a:ext cx="6830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공부한 것을 꼭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정리하여 </a:t>
            </a:r>
            <a:r>
              <a:rPr lang="en-US" altLang="ko-KR" sz="3200" dirty="0" err="1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Publising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677701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85928" y="2644170"/>
            <a:ext cx="80201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번을 잘 수행하셨다면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해결책에 대한 의문이 드셨을 겁니다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할 수 있는 것과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할 수 없는 것이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명확해졌을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거에요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75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49946" y="3136612"/>
            <a:ext cx="6292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 내 해결책을 다시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들여다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봅시다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50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46755" y="3136612"/>
            <a:ext cx="9698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배워야 할 항목이 늘어났다 하더라도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로드맵에 추가하지 마세요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7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15309" y="3136612"/>
            <a:ext cx="9961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여러분은 충분히 많이 익혔습니다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 실행에 옮기면서 배우세요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35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321843" y="2890391"/>
            <a:ext cx="55483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대신 구체화된 도구들로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스토리 보드가 필요합니다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72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10434" y="3136612"/>
            <a:ext cx="5771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Wiki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에서 스토리보드를 검색해보세요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38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28596" y="3026261"/>
            <a:ext cx="8134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결과물을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8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컷의 스토리보드를 작성하세요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62FFD10-B10E-41EB-8411-7ED13517DCB1}"/>
              </a:ext>
            </a:extLst>
          </p:cNvPr>
          <p:cNvSpPr/>
          <p:nvPr/>
        </p:nvSpPr>
        <p:spPr>
          <a:xfrm>
            <a:off x="275456" y="272534"/>
            <a:ext cx="814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2CCEE-5595-4FFB-8896-AC922E14CA25}"/>
              </a:ext>
            </a:extLst>
          </p:cNvPr>
          <p:cNvSpPr txBox="1"/>
          <p:nvPr/>
        </p:nvSpPr>
        <p:spPr>
          <a:xfrm>
            <a:off x="5442454" y="5919732"/>
            <a:ext cx="6830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스토리보드는 정리하여 </a:t>
            </a:r>
            <a:r>
              <a:rPr lang="en-US" altLang="ko-KR" sz="3200" dirty="0" err="1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Publising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933199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48828" y="2890391"/>
            <a:ext cx="67564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Fair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에서는 여러분의 결과물이 얼마나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경쟁력있는지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판단하지 않습니다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명심하세요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이것은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나만에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Fair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입니다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49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216</Words>
  <Application>Microsoft Office PowerPoint</Application>
  <PresentationFormat>와이드스크린</PresentationFormat>
  <Paragraphs>35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나눔스퀘어</vt:lpstr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hojun lee</cp:lastModifiedBy>
  <cp:revision>40</cp:revision>
  <dcterms:created xsi:type="dcterms:W3CDTF">2019-12-21T04:10:53Z</dcterms:created>
  <dcterms:modified xsi:type="dcterms:W3CDTF">2020-05-15T05:51:07Z</dcterms:modified>
</cp:coreProperties>
</file>
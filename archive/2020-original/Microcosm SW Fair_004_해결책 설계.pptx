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61" r:id="rId4"/>
    <p:sldId id="318" r:id="rId5"/>
    <p:sldId id="321" r:id="rId6"/>
    <p:sldId id="322" r:id="rId7"/>
    <p:sldId id="319" r:id="rId8"/>
    <p:sldId id="324" r:id="rId9"/>
    <p:sldId id="323" r:id="rId10"/>
    <p:sldId id="320" r:id="rId11"/>
    <p:sldId id="305" r:id="rId12"/>
    <p:sldId id="325" r:id="rId13"/>
    <p:sldId id="326" r:id="rId14"/>
    <p:sldId id="329" r:id="rId15"/>
    <p:sldId id="32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1924" autoAdjust="0"/>
  </p:normalViewPr>
  <p:slideViewPr>
    <p:cSldViewPr snapToGrid="0" showGuides="1">
      <p:cViewPr varScale="1">
        <p:scale>
          <a:sx n="106" d="100"/>
          <a:sy n="106" d="100"/>
        </p:scale>
        <p:origin x="696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29013-EF30-418F-8AC2-28AFB757A035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D15F-F384-42AA-8129-99B66AEAB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7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-lab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3411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7806" y="2982724"/>
            <a:ext cx="4735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8624822" y="6372837"/>
            <a:ext cx="3567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paul-lab@naver.com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4251" y="1100163"/>
            <a:ext cx="454002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41693" y="2890391"/>
            <a:ext cx="57086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도구를 익히고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문제를 발견하셨다면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설계할 차례입니다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64764" y="3136612"/>
            <a:ext cx="9262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프로토타이핑 툴로 여러분의 아이디어를 보다 구체화 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34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380078" y="2890391"/>
            <a:ext cx="74318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이를 통해 여러분이 모호하게 생각했던 기능들을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하나씩 구체화 시킬 수 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7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12275" y="2644170"/>
            <a:ext cx="63674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카카오의 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OVEN 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서비스를 추천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다른 소프트웨어를 써도 좋지만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가능하다면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다음 조건을 만족해야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46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38989" y="2644170"/>
            <a:ext cx="94141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프로토타입을 만들기 쉬워야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.(Drag and Drop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등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이미지로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UI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 설계하는 프로토타이핑 툴은 제외해주세요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가능하다면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URL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부여되어야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48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84974" y="1905506"/>
            <a:ext cx="562205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하드웨어라면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근처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FabLab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이나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3D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프린터를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사용할 수 있는 곳으로 가서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하드웨어 프로토타입을 제작에 대한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조언을 구하고 제작하세요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45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26327" y="1659285"/>
            <a:ext cx="833273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최소기능을 제공하는 프로토타입을 만드세요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결과물에 기획의도를 담고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Publishing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할 때에는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여러분이 해결하려는 문제와 그 해결책을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잘 전달하는 결과물인지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함께 기술하세요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주객전도가 되지 않게 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결과물 보다는 문제와 해결책에 집중하세요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926EC99-1440-4E8A-9585-ECFFD9D5FFFB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9AF6D-48F7-4D17-9AED-49C232869C5D}"/>
              </a:ext>
            </a:extLst>
          </p:cNvPr>
          <p:cNvSpPr txBox="1"/>
          <p:nvPr/>
        </p:nvSpPr>
        <p:spPr>
          <a:xfrm>
            <a:off x="4742856" y="5919732"/>
            <a:ext cx="6830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만드신 프로토타입은 꼭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Publishing </a:t>
            </a:r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82027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93055" y="3136612"/>
            <a:ext cx="9805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누구에게 피드백 받아야 하나요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제대로 하고 있는 것은 맞나요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88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28970" y="2397948"/>
            <a:ext cx="733405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조언을 구하세요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누구에게 조언을 구할지 찾고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보다 구체적인 질문들을 준비하세요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조언을 구하지 마세요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 뜻대로 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08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84383" y="3136612"/>
            <a:ext cx="6423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프로토 타입으로 이제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Coding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09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68801" y="1271600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생각한 해결책과 가장 흡사한 결과물을 찾고 코드 들여다보기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DA4F01-4C85-4C8D-ADE0-CB4DE6D6A8BA}"/>
              </a:ext>
            </a:extLst>
          </p:cNvPr>
          <p:cNvSpPr txBox="1"/>
          <p:nvPr/>
        </p:nvSpPr>
        <p:spPr>
          <a:xfrm>
            <a:off x="5032464" y="1271600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필요한 라이브러리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프레임워크에 대한 튜토리얼 실행해보기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91B68-C06B-4643-9272-1CEF9267EC7E}"/>
              </a:ext>
            </a:extLst>
          </p:cNvPr>
          <p:cNvSpPr txBox="1"/>
          <p:nvPr/>
        </p:nvSpPr>
        <p:spPr>
          <a:xfrm>
            <a:off x="8996126" y="1410099"/>
            <a:ext cx="212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Stackoverflow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활용해보기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EF141-C853-4911-B018-9BB5391E23E5}"/>
              </a:ext>
            </a:extLst>
          </p:cNvPr>
          <p:cNvSpPr txBox="1"/>
          <p:nvPr/>
        </p:nvSpPr>
        <p:spPr>
          <a:xfrm>
            <a:off x="1068800" y="2967335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최소 기능을 제외한 다른 기능들은 제거해보기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09CC7-3149-4F9A-A9BD-09EE703A4772}"/>
              </a:ext>
            </a:extLst>
          </p:cNvPr>
          <p:cNvSpPr txBox="1"/>
          <p:nvPr/>
        </p:nvSpPr>
        <p:spPr>
          <a:xfrm>
            <a:off x="5032463" y="3105834"/>
            <a:ext cx="212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핵심 기능을 부각시키고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확장시키기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F3DA3-F888-46C2-B21C-BC2604C1ADBC}"/>
              </a:ext>
            </a:extLst>
          </p:cNvPr>
          <p:cNvSpPr txBox="1"/>
          <p:nvPr/>
        </p:nvSpPr>
        <p:spPr>
          <a:xfrm>
            <a:off x="8996126" y="3105834"/>
            <a:ext cx="212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쓰고 있는 에디터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바꿔보기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D4BE1-A9EA-4C0F-BDDE-2A8157277FA3}"/>
              </a:ext>
            </a:extLst>
          </p:cNvPr>
          <p:cNvSpPr txBox="1"/>
          <p:nvPr/>
        </p:nvSpPr>
        <p:spPr>
          <a:xfrm>
            <a:off x="1068799" y="4940068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핵심 키워드 설정하고 국내외 강의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또는 유튜브 영상 찾아보기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85B65-4A67-4B4B-8948-670A4134FEAA}"/>
              </a:ext>
            </a:extLst>
          </p:cNvPr>
          <p:cNvSpPr txBox="1"/>
          <p:nvPr/>
        </p:nvSpPr>
        <p:spPr>
          <a:xfrm>
            <a:off x="5032462" y="4801569"/>
            <a:ext cx="2127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디자인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디자인 요소 뿐만 아니라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HTML, CSS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등의 코드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이나 사진 구매해보기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0EDC69-BD26-4BD5-86EB-046A9782A0BD}"/>
              </a:ext>
            </a:extLst>
          </p:cNvPr>
          <p:cNvSpPr txBox="1"/>
          <p:nvPr/>
        </p:nvSpPr>
        <p:spPr>
          <a:xfrm>
            <a:off x="8996125" y="4940068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주위 개발자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친구 또는 조언을 받을 사람을 찾아 피드백 받기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9006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15965" y="2890391"/>
            <a:ext cx="70134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사업가가 아니기 때문에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실패한 기록도 하나의 성공적인 결과물입니다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26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70366" y="2151727"/>
            <a:ext cx="1077570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Coding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하는 과정은 하나의 결과물로 남겨져야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개발 일지를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블로깅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매일매일 남기지 않아도 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그러나 중요한 업데이트를 진행할 때에는 반드시 개발 일지를 남기세요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926EC99-1440-4E8A-9585-ECFFD9D5FFFB}"/>
              </a:ext>
            </a:extLst>
          </p:cNvPr>
          <p:cNvSpPr/>
          <p:nvPr/>
        </p:nvSpPr>
        <p:spPr>
          <a:xfrm>
            <a:off x="275456" y="272534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9AF6D-48F7-4D17-9AED-49C232869C5D}"/>
              </a:ext>
            </a:extLst>
          </p:cNvPr>
          <p:cNvSpPr txBox="1"/>
          <p:nvPr/>
        </p:nvSpPr>
        <p:spPr>
          <a:xfrm>
            <a:off x="7885568" y="5919732"/>
            <a:ext cx="3687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꼭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Publishing </a:t>
            </a:r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922691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346</Words>
  <Application>Microsoft Office PowerPoint</Application>
  <PresentationFormat>와이드스크린</PresentationFormat>
  <Paragraphs>61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lee hojun</cp:lastModifiedBy>
  <cp:revision>48</cp:revision>
  <dcterms:created xsi:type="dcterms:W3CDTF">2019-12-21T04:10:53Z</dcterms:created>
  <dcterms:modified xsi:type="dcterms:W3CDTF">2020-05-18T07:10:07Z</dcterms:modified>
</cp:coreProperties>
</file>
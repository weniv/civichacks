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62" r:id="rId3"/>
    <p:sldId id="330" r:id="rId4"/>
    <p:sldId id="331" r:id="rId5"/>
    <p:sldId id="261" r:id="rId6"/>
    <p:sldId id="333" r:id="rId7"/>
    <p:sldId id="334" r:id="rId8"/>
    <p:sldId id="318" r:id="rId9"/>
    <p:sldId id="335" r:id="rId10"/>
    <p:sldId id="321" r:id="rId11"/>
    <p:sldId id="336" r:id="rId12"/>
    <p:sldId id="322" r:id="rId13"/>
    <p:sldId id="319" r:id="rId14"/>
    <p:sldId id="324" r:id="rId15"/>
    <p:sldId id="337" r:id="rId16"/>
    <p:sldId id="323" r:id="rId17"/>
    <p:sldId id="320" r:id="rId18"/>
    <p:sldId id="305" r:id="rId19"/>
    <p:sldId id="325" r:id="rId20"/>
    <p:sldId id="338" r:id="rId21"/>
    <p:sldId id="339" r:id="rId22"/>
    <p:sldId id="341" r:id="rId23"/>
    <p:sldId id="340" r:id="rId24"/>
    <p:sldId id="342" r:id="rId25"/>
    <p:sldId id="326" r:id="rId26"/>
    <p:sldId id="329" r:id="rId27"/>
    <p:sldId id="328" r:id="rId28"/>
    <p:sldId id="343" r:id="rId29"/>
    <p:sldId id="344" r:id="rId30"/>
    <p:sldId id="345" r:id="rId31"/>
    <p:sldId id="346" r:id="rId32"/>
    <p:sldId id="347" r:id="rId33"/>
    <p:sldId id="348" r:id="rId34"/>
    <p:sldId id="349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1924" autoAdjust="0"/>
  </p:normalViewPr>
  <p:slideViewPr>
    <p:cSldViewPr snapToGrid="0" showGuides="1">
      <p:cViewPr varScale="1">
        <p:scale>
          <a:sx n="62" d="100"/>
          <a:sy n="62" d="100"/>
        </p:scale>
        <p:origin x="90" y="17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E29013-EF30-418F-8AC2-28AFB757A035}" type="datetimeFigureOut">
              <a:rPr lang="ko-KR" altLang="en-US" smtClean="0"/>
              <a:t>2020-05-19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3D15F-F384-42AA-8129-99B66AEABA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6378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3D15F-F384-42AA-8129-99B66AEABAF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978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592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070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825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947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646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386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221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640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182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679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119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F90FB-BC3B-40F6-8617-C2FDBD2E76A4}" type="datetimeFigureOut">
              <a:rPr lang="ko-KR" altLang="en-US" smtClean="0"/>
              <a:t>2020-05-19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44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paul-lab@naver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F1DB9E-BD14-A047-82B9-283DB73A31BF}"/>
              </a:ext>
            </a:extLst>
          </p:cNvPr>
          <p:cNvSpPr txBox="1"/>
          <p:nvPr/>
        </p:nvSpPr>
        <p:spPr>
          <a:xfrm>
            <a:off x="263155" y="259461"/>
            <a:ext cx="34112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누구나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어떠한 제약없이 사용할 수 있는 비영리 저작물입니다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77806" y="2982724"/>
            <a:ext cx="473501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Microcosm SW Fair</a:t>
            </a:r>
          </a:p>
          <a:p>
            <a:pPr algn="r"/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      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- </a:t>
            </a:r>
            <a:r>
              <a:rPr lang="ko-KR" altLang="en-US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경쟁없는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나만의 </a:t>
            </a:r>
            <a:r>
              <a:rPr lang="ko-KR" altLang="en-US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시빅해킹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SW Fair</a:t>
            </a:r>
            <a:endParaRPr lang="ko-KR" altLang="en-US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88D87B-FEA4-42B3-A63A-4ABD00984429}"/>
              </a:ext>
            </a:extLst>
          </p:cNvPr>
          <p:cNvSpPr txBox="1"/>
          <p:nvPr/>
        </p:nvSpPr>
        <p:spPr>
          <a:xfrm>
            <a:off x="8624822" y="6372837"/>
            <a:ext cx="35671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내용 수정이 필요하시면 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  <a:hlinkClick r:id="rId3"/>
              </a:rPr>
              <a:t>paul-lab@naver.com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으로 연락주세요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437C116-7BC4-4C54-AD78-D77BF4E88C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45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444251" y="1100163"/>
            <a:ext cx="4540025" cy="4462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우리는</a:t>
            </a:r>
            <a:r>
              <a:rPr lang="en-US" altLang="ko-KR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 err="1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시빅해커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아이디어 도출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도구 선택 및 해결책 발견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해결책 설계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해결책 개시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피드백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608380B-69D9-455E-BDD7-D6B747AD44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81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218449" y="2644170"/>
            <a:ext cx="575510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여러분이 건물을 만든다면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벽돌부터 쌓는 것이 중요할까요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설계 도면을 그리는 것이 먼저일까요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060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918160" y="2890391"/>
            <a:ext cx="435568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그런데 실제로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일어납니다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벽돌부터 쌓는 일이요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33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365398" y="3136612"/>
            <a:ext cx="34612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우리는 도구를 익혔고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7C57025-20F3-4AE1-A4A5-CEC13C2286AE}"/>
              </a:ext>
            </a:extLst>
          </p:cNvPr>
          <p:cNvSpPr/>
          <p:nvPr/>
        </p:nvSpPr>
        <p:spPr>
          <a:xfrm>
            <a:off x="7938739" y="6135175"/>
            <a:ext cx="36022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건물 설계자 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도구와 자재를 가지고 있고</a:t>
            </a:r>
          </a:p>
        </p:txBody>
      </p:sp>
    </p:spTree>
    <p:extLst>
      <p:ext uri="{BB962C8B-B14F-4D97-AF65-F5344CB8AC3E}">
        <p14:creationId xmlns:p14="http://schemas.microsoft.com/office/powerpoint/2010/main" val="1515332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760792" y="3177872"/>
            <a:ext cx="66704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문제를 발견했으며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해결책을 연구했습니다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7C57025-20F3-4AE1-A4A5-CEC13C2286AE}"/>
              </a:ext>
            </a:extLst>
          </p:cNvPr>
          <p:cNvSpPr/>
          <p:nvPr/>
        </p:nvSpPr>
        <p:spPr>
          <a:xfrm>
            <a:off x="5644752" y="6135175"/>
            <a:ext cx="62840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건물 설계자 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건물이 들어설 땅도 구했고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어떤 건물을 지을지 연구했어요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  <a:endParaRPr lang="ko-KR" altLang="en-US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8980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805738" y="2890391"/>
            <a:ext cx="934743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설계도면을 그리세요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건물 설계자가 종이와 자로 몇 달을 도면 그리듯 정성스럽게요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613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391299" y="2890391"/>
            <a:ext cx="740940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우리의 설계도면은 프로토타입이라고 부릅니다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물론 실제로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아키텍쳐를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설계하는 툴이 있습니다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034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857246" y="2397948"/>
            <a:ext cx="447750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그렇지만 프로토타이핑 툴로 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여러분의 아이디어를 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보다 빠르게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구체화 할 수 있어요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!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546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103834" y="3136612"/>
            <a:ext cx="59843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모호하고 막연한 느낌을 구체화 하세요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170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727129" y="2890391"/>
            <a:ext cx="673774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업데이트를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염두해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두세요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대단한 것을 처음부터 만들 필요는 없습니다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813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912275" y="2644170"/>
            <a:ext cx="636744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카카오의 </a:t>
            </a:r>
            <a:r>
              <a:rPr lang="en-US" altLang="ko-KR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OVEN </a:t>
            </a:r>
            <a:r>
              <a:rPr lang="ko-KR" altLang="en-US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서비스를 추천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합니다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다른 소프트웨어를 써도 좋지만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가능하다면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다음 조건을 만족해야 합니다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746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738989" y="2644170"/>
            <a:ext cx="941418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프로토타입을 만들기 쉬워야 합니다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.(Drag and Drop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등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)</a:t>
            </a:r>
          </a:p>
          <a:p>
            <a:pPr marL="514350" indent="-514350"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이미지로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UI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만 설계하는 프로토타이핑 툴은 제외해주세요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pPr marL="514350" indent="-514350"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가능하다면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URL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 부여되어야 합니다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548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284974" y="1905506"/>
            <a:ext cx="5622052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하드웨어라면 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근처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FabLab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이나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3D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프린터를 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사용할 수 있는 곳으로 가서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하드웨어 프로토타입을 제작에 대한 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조언을 구하고 제작하세요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!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745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482671" y="2890391"/>
            <a:ext cx="722665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하드웨어라고 하더라도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!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소스코드는 꼭 </a:t>
            </a:r>
            <a:r>
              <a:rPr lang="en-US" altLang="ko-KR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github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과 같은 곳에 기록하세요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!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166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929635" y="1659285"/>
            <a:ext cx="8332730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자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이제 최소기능을 제공하는 프로토타입을 만드세요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여러분이 해결하려는 문제와 그 해결책을 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얼마나 반영하는 결과물인지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함께 기술하세요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주객전도가 되지 않게 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결과물 보다는 문제와 해결책에 집중하세요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926EC99-1440-4E8A-9585-ECFFD9D5FFFB}"/>
              </a:ext>
            </a:extLst>
          </p:cNvPr>
          <p:cNvSpPr/>
          <p:nvPr/>
        </p:nvSpPr>
        <p:spPr>
          <a:xfrm>
            <a:off x="275456" y="272534"/>
            <a:ext cx="782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과제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1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19AF6D-48F7-4D17-9AED-49C232869C5D}"/>
              </a:ext>
            </a:extLst>
          </p:cNvPr>
          <p:cNvSpPr txBox="1"/>
          <p:nvPr/>
        </p:nvSpPr>
        <p:spPr>
          <a:xfrm>
            <a:off x="4742856" y="5919732"/>
            <a:ext cx="6830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만드신 프로토타입은 꼭</a:t>
            </a:r>
            <a:r>
              <a:rPr lang="en-US" altLang="ko-KR" sz="32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Publishing </a:t>
            </a:r>
            <a:r>
              <a:rPr lang="ko-KR" altLang="en-US" sz="32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하세요</a:t>
            </a:r>
            <a:r>
              <a:rPr lang="en-US" altLang="ko-KR" sz="32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1820277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193055" y="3136612"/>
            <a:ext cx="98058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누구에게 피드백 받아야 하나요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제대로 하고 있는 것은 맞나요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7888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428970" y="2397948"/>
            <a:ext cx="7334059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조언을 구하세요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누구에게 조언을 구할지 찾고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보다 구체적인 질문들을 준비하세요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조언을 구하지 마세요</a:t>
            </a:r>
            <a:r>
              <a:rPr lang="en-US" altLang="ko-KR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 뜻대로 해보세요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08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151557" y="3136612"/>
            <a:ext cx="3888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자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이제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Coding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5098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702830" y="3136612"/>
            <a:ext cx="27863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오래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걸릴거에요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238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984938" y="3136612"/>
            <a:ext cx="82221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단기간에 만들 수 있을 것이라는 생각을 내려놓으세요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4507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514363" y="3136612"/>
            <a:ext cx="51632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가능하다면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1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일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1Commit, Push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0E1FB-746B-4E4F-A550-5CF7FBA1B99F}"/>
              </a:ext>
            </a:extLst>
          </p:cNvPr>
          <p:cNvSpPr txBox="1"/>
          <p:nvPr/>
        </p:nvSpPr>
        <p:spPr>
          <a:xfrm>
            <a:off x="9477622" y="6042842"/>
            <a:ext cx="2063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잔디심는다</a:t>
            </a:r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하죠</a:t>
            </a:r>
            <a:r>
              <a:rPr lang="en-US" altLang="ko-KR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6451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499502" y="2890391"/>
            <a:ext cx="719299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가능하다면 일주일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8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시간 이상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</a:p>
          <a:p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3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개월 이상의 프로젝트로 하셨으면 좋겠습니다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8966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230746" y="3136612"/>
            <a:ext cx="37305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연단위여도 괜찮습니다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2661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068801" y="1271600"/>
            <a:ext cx="2127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내가 생각한 해결책과 가장 흡사한 결과물을 찾고 코드 들여다보기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DA4F01-4C85-4C8D-ADE0-CB4DE6D6A8BA}"/>
              </a:ext>
            </a:extLst>
          </p:cNvPr>
          <p:cNvSpPr txBox="1"/>
          <p:nvPr/>
        </p:nvSpPr>
        <p:spPr>
          <a:xfrm>
            <a:off x="5032464" y="1271600"/>
            <a:ext cx="2127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내가 필요한 라이브러리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프레임워크에 대한 튜토리얼 실행해보기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191B68-C06B-4643-9272-1CEF9267EC7E}"/>
              </a:ext>
            </a:extLst>
          </p:cNvPr>
          <p:cNvSpPr txBox="1"/>
          <p:nvPr/>
        </p:nvSpPr>
        <p:spPr>
          <a:xfrm>
            <a:off x="8996126" y="1410099"/>
            <a:ext cx="2127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Stackoverflow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활용해보기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3EF141-C853-4911-B018-9BB5391E23E5}"/>
              </a:ext>
            </a:extLst>
          </p:cNvPr>
          <p:cNvSpPr txBox="1"/>
          <p:nvPr/>
        </p:nvSpPr>
        <p:spPr>
          <a:xfrm>
            <a:off x="1068800" y="2967335"/>
            <a:ext cx="2127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최소 기능을 제외한 다른 기능들은 제거해보기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009CC7-3149-4F9A-A9BD-09EE703A4772}"/>
              </a:ext>
            </a:extLst>
          </p:cNvPr>
          <p:cNvSpPr txBox="1"/>
          <p:nvPr/>
        </p:nvSpPr>
        <p:spPr>
          <a:xfrm>
            <a:off x="5032463" y="3105834"/>
            <a:ext cx="2127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핵심 기능을 부각시키고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확장시키기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5F3DA3-F888-46C2-B21C-BC2604C1ADBC}"/>
              </a:ext>
            </a:extLst>
          </p:cNvPr>
          <p:cNvSpPr txBox="1"/>
          <p:nvPr/>
        </p:nvSpPr>
        <p:spPr>
          <a:xfrm>
            <a:off x="8996126" y="3105834"/>
            <a:ext cx="2127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내가 쓰고 있는 에디터 </a:t>
            </a:r>
            <a:r>
              <a:rPr lang="ko-KR" altLang="en-US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바꿔보기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DD4BE1-A9EA-4C0F-BDDE-2A8157277FA3}"/>
              </a:ext>
            </a:extLst>
          </p:cNvPr>
          <p:cNvSpPr txBox="1"/>
          <p:nvPr/>
        </p:nvSpPr>
        <p:spPr>
          <a:xfrm>
            <a:off x="1068799" y="4940068"/>
            <a:ext cx="2127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핵심 키워드 설정하고 국내외 강의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또는 유튜브 영상 찾아보기</a:t>
            </a:r>
            <a:endParaRPr lang="en-US" altLang="ko-KR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785B65-4A67-4B4B-8948-670A4134FEAA}"/>
              </a:ext>
            </a:extLst>
          </p:cNvPr>
          <p:cNvSpPr txBox="1"/>
          <p:nvPr/>
        </p:nvSpPr>
        <p:spPr>
          <a:xfrm>
            <a:off x="5032462" y="4801569"/>
            <a:ext cx="21270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디자인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디자인 요소 뿐만 아니라 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HTML, CSS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등의 코드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)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이나 사진 구매해보기</a:t>
            </a:r>
            <a:endParaRPr lang="en-US" altLang="ko-KR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0EDC69-BD26-4BD5-86EB-046A9782A0BD}"/>
              </a:ext>
            </a:extLst>
          </p:cNvPr>
          <p:cNvSpPr txBox="1"/>
          <p:nvPr/>
        </p:nvSpPr>
        <p:spPr>
          <a:xfrm>
            <a:off x="8996125" y="4940068"/>
            <a:ext cx="2127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주위 개발자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친구 또는 조언을 받을 사람을 찾아 피드백 받기</a:t>
            </a:r>
            <a:endParaRPr lang="en-US" altLang="ko-KR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90060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715965" y="2890391"/>
            <a:ext cx="701345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우리는 사업가가 아니기 때문에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실패한 기록도 하나의 성공적인 결과물입니다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6262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70366" y="2151727"/>
            <a:ext cx="1077570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Coding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하는 과정은 하나의 결과물로 남겨져야 합니다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여러분의 개발 일지를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블로깅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</a:p>
          <a:p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매일매일 남기지 않아도 됩니다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그러나 중요한 업데이트를 진행할 때에는 반드시 개발 일지를 남기세요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926EC99-1440-4E8A-9585-ECFFD9D5FFFB}"/>
              </a:ext>
            </a:extLst>
          </p:cNvPr>
          <p:cNvSpPr/>
          <p:nvPr/>
        </p:nvSpPr>
        <p:spPr>
          <a:xfrm>
            <a:off x="275456" y="272534"/>
            <a:ext cx="822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과제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2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19AF6D-48F7-4D17-9AED-49C232869C5D}"/>
              </a:ext>
            </a:extLst>
          </p:cNvPr>
          <p:cNvSpPr txBox="1"/>
          <p:nvPr/>
        </p:nvSpPr>
        <p:spPr>
          <a:xfrm>
            <a:off x="7885568" y="5919732"/>
            <a:ext cx="36877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2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꼭</a:t>
            </a:r>
            <a:r>
              <a:rPr lang="en-US" altLang="ko-KR" sz="32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Publishing </a:t>
            </a:r>
            <a:r>
              <a:rPr lang="ko-KR" altLang="en-US" sz="32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하세요</a:t>
            </a:r>
            <a:r>
              <a:rPr lang="en-US" altLang="ko-KR" sz="32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19226910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736473" y="3136612"/>
            <a:ext cx="87190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 프로젝트를 하는 동안 여러분은 외로움을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느끼실겁니다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4354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493364" y="3136612"/>
            <a:ext cx="52052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이러한 그룹은 매우 소수이거든요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9371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717785" y="1413063"/>
            <a:ext cx="5059398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커뮤니티를 발견하고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커뮤니티를 찾아가세요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여러분의 소식을 알리고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여러분의 스토리를 공유하세요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커뮤니티의 소식을 듣고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커뮤니티의 소식을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공유받으세요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5612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026890" y="2890391"/>
            <a:ext cx="613821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혼자 성장하지 마세요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공유하면 더 많은 동료를 얻을 수 있어요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5010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488809" y="2397948"/>
            <a:ext cx="9214382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벼락치듯 큰 깨달음이 있지 않더라도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별것 아닌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한 메소드의 단순 기능이라도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뒤따라 오는 분들을 위해 어떤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식으로든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지식을 공유해주세요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3376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589244" y="2890391"/>
            <a:ext cx="995176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이것이 마지막 강의는 아니지만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한동안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못뵙겠죠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여러분들의 프로젝트를 진심으로 응원합니다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611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109191" y="3136612"/>
            <a:ext cx="19736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감사합니다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216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548</Words>
  <Application>Microsoft Office PowerPoint</Application>
  <PresentationFormat>와이드스크린</PresentationFormat>
  <Paragraphs>104</Paragraphs>
  <Slides>34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39" baseType="lpstr">
      <vt:lpstr>나눔스퀘어</vt:lpstr>
      <vt:lpstr>맑은 고딕</vt:lpstr>
      <vt:lpstr>배달의민족 주아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lee hojun</cp:lastModifiedBy>
  <cp:revision>51</cp:revision>
  <dcterms:created xsi:type="dcterms:W3CDTF">2019-12-21T04:10:53Z</dcterms:created>
  <dcterms:modified xsi:type="dcterms:W3CDTF">2020-05-19T07:37:02Z</dcterms:modified>
</cp:coreProperties>
</file>
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2" r:id="rId3"/>
    <p:sldId id="350" r:id="rId4"/>
    <p:sldId id="330" r:id="rId5"/>
    <p:sldId id="362" r:id="rId6"/>
    <p:sldId id="331" r:id="rId7"/>
    <p:sldId id="261" r:id="rId8"/>
    <p:sldId id="333" r:id="rId9"/>
    <p:sldId id="334" r:id="rId10"/>
    <p:sldId id="359" r:id="rId11"/>
    <p:sldId id="360" r:id="rId12"/>
    <p:sldId id="361" r:id="rId13"/>
    <p:sldId id="318" r:id="rId14"/>
    <p:sldId id="335" r:id="rId15"/>
    <p:sldId id="353" r:id="rId16"/>
    <p:sldId id="354" r:id="rId17"/>
    <p:sldId id="321" r:id="rId18"/>
    <p:sldId id="322" r:id="rId19"/>
    <p:sldId id="355" r:id="rId20"/>
    <p:sldId id="351" r:id="rId21"/>
    <p:sldId id="356" r:id="rId22"/>
    <p:sldId id="352" r:id="rId23"/>
    <p:sldId id="357" r:id="rId24"/>
    <p:sldId id="358" r:id="rId25"/>
    <p:sldId id="34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1905" autoAdjust="0"/>
  </p:normalViewPr>
  <p:slideViewPr>
    <p:cSldViewPr snapToGrid="0" showGuides="1">
      <p:cViewPr varScale="1">
        <p:scale>
          <a:sx n="106" d="100"/>
          <a:sy n="106" d="100"/>
        </p:scale>
        <p:origin x="78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2732" y="3136612"/>
            <a:ext cx="6306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여기까지 오느라 너무 고생 많으셨습니다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8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03698" y="3136612"/>
            <a:ext cx="6984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세상에 보여주세요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6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59889" y="2890391"/>
            <a:ext cx="50722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배포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전략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정리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분류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반영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791329-75B9-4CD2-B3D6-C7B7D45164AB}"/>
              </a:ext>
            </a:extLst>
          </p:cNvPr>
          <p:cNvSpPr txBox="1"/>
          <p:nvPr/>
        </p:nvSpPr>
        <p:spPr>
          <a:xfrm>
            <a:off x="7242947" y="6042842"/>
            <a:ext cx="4685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가지 내용이 조금은 혼재되어 있습니다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709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73681" y="2397948"/>
            <a:ext cx="944463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웹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구매하고 서버에 연결하세요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검색 최적화를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한다던가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Google analytics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연결해보세요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앱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Store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등록하세요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디바이스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다양한 경로를 통해 유통하세요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191713-5DD9-45A9-A813-E66B3EB0FD7F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</p:spTree>
    <p:extLst>
      <p:ext uri="{BB962C8B-B14F-4D97-AF65-F5344CB8AC3E}">
        <p14:creationId xmlns:p14="http://schemas.microsoft.com/office/powerpoint/2010/main" val="32013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27078" y="3136612"/>
            <a:ext cx="5937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만들고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만족했으면 되는 것 아닌가요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1600" y="2890391"/>
            <a:ext cx="70823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여기서 만족하셨다면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그렇게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하셔도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좋습니다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모든 것을 의심해 보기로 했으니까요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8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5740" y="3136612"/>
            <a:ext cx="8220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성장을 위해선 진솔한 평가를 받을 필요가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13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7853" y="3136612"/>
            <a:ext cx="8536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앞에서는 평가를 위한 결과물을 만들 필요가 없다면서요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27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50611" y="2890391"/>
            <a:ext cx="72907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자의적이게 시장의 평가를 받는 것과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타의적이게 평가를 받는 것은 다릅니다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42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68142" y="2890391"/>
            <a:ext cx="5655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받아들이지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않으셔도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되거든요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프로젝트니까요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나만에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프로젝트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0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13726" y="3136612"/>
            <a:ext cx="3964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누구를 위한 성장인가요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4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78511" y="3136612"/>
            <a:ext cx="4834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진솔한 평가는 왜 도움이 되죠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46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22460" y="3136612"/>
            <a:ext cx="5747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배포를 통해 얻는 경험이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7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59427" y="1413063"/>
            <a:ext cx="727314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클라우드 서버를 임대하고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지금까지 짠 코드를 서버에 맞게 수정하고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돌아가지 않는 에러들을 잡고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구매해서 연결하고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부하를 분산하고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사용자의 피드백을 받고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USER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분석을 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3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5440" y="2890391"/>
            <a:ext cx="85411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입장 바꾸어 생각해볼 필요도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돈을 주고 사서 본다고 생각해보세요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0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335194" y="3136612"/>
            <a:ext cx="7521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여기서 얻는 시야가 아프지만 도움이 되실 거예요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4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85638" y="2644170"/>
            <a:ext cx="66207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앞서 말씀 드렸듯이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모두를 반영할 필요는 없습니다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중심을 잡으세요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서비스이니까요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6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4911" y="1905506"/>
            <a:ext cx="113239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애자일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린스타트업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최소 기능 제품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(Minimum Viable Product, MVP)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시장세분화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거점시장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잠재고객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사용자 특징 분석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ROI,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기능과 역량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경쟁력 수치화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고객의 구매 과정 이해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비즈니스 모델 설계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신규 고객 유치 비용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제품의 성장 전략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브랜드 자산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 자산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r"/>
            <a:r>
              <a:rPr lang="en-US" altLang="ko-KR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MIT 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스타트업 바이블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이라는 책을 추천합니다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36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49758" y="2644170"/>
            <a:ext cx="64924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위에서 배운 용어들로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더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가치있게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만들어줄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 가지 지속 가능한 전략을 수립하세요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191713-5DD9-45A9-A813-E66B3EB0FD7F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AA395-CBB4-4A97-A969-1E83DAB500AD}"/>
              </a:ext>
            </a:extLst>
          </p:cNvPr>
          <p:cNvSpPr txBox="1"/>
          <p:nvPr/>
        </p:nvSpPr>
        <p:spPr>
          <a:xfrm>
            <a:off x="2849758" y="5910679"/>
            <a:ext cx="883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전략 수립 후 꼭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블로그에 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130978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하고 싶은 것과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세상이 요하는 것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1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2890391"/>
            <a:ext cx="8231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조급하게 말고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지속 가능하게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천천히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88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여기까지 충분히 잘 해 오셨습니다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76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09191" y="3136612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1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381</Words>
  <Application>Microsoft Office PowerPoint</Application>
  <PresentationFormat>와이드스크린</PresentationFormat>
  <Paragraphs>65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60</cp:revision>
  <dcterms:created xsi:type="dcterms:W3CDTF">2019-12-21T04:10:53Z</dcterms:created>
  <dcterms:modified xsi:type="dcterms:W3CDTF">2020-06-09T06:48:59Z</dcterms:modified>
</cp:coreProperties>
</file>
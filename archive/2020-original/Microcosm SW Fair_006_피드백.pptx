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2" r:id="rId3"/>
    <p:sldId id="362" r:id="rId4"/>
    <p:sldId id="375" r:id="rId5"/>
    <p:sldId id="363" r:id="rId6"/>
    <p:sldId id="331" r:id="rId7"/>
    <p:sldId id="261" r:id="rId8"/>
    <p:sldId id="364" r:id="rId9"/>
    <p:sldId id="365" r:id="rId10"/>
    <p:sldId id="366" r:id="rId11"/>
    <p:sldId id="367" r:id="rId12"/>
    <p:sldId id="369" r:id="rId13"/>
    <p:sldId id="358" r:id="rId14"/>
    <p:sldId id="370" r:id="rId15"/>
    <p:sldId id="373" r:id="rId16"/>
    <p:sldId id="374" r:id="rId17"/>
    <p:sldId id="368" r:id="rId18"/>
    <p:sldId id="372" r:id="rId19"/>
    <p:sldId id="371" r:id="rId20"/>
    <p:sldId id="34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905" autoAdjust="0"/>
  </p:normalViewPr>
  <p:slideViewPr>
    <p:cSldViewPr snapToGrid="0" showGuides="1">
      <p:cViewPr varScale="1">
        <p:scale>
          <a:sx n="106" d="100"/>
          <a:sy n="106" d="100"/>
        </p:scale>
        <p:origin x="696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29013-EF30-418F-8AC2-28AFB757A035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3D15F-F384-42AA-8129-99B66AEABA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3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978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피드백은 대화</a:t>
            </a:r>
            <a:r>
              <a:rPr lang="en-US" altLang="ko-KR" dirty="0"/>
              <a:t>, </a:t>
            </a:r>
            <a:r>
              <a:rPr lang="ko-KR" altLang="en-US" dirty="0"/>
              <a:t>고객과의 대화를 </a:t>
            </a:r>
            <a:r>
              <a:rPr lang="ko-KR" altLang="en-US" dirty="0" err="1"/>
              <a:t>하는거죠</a:t>
            </a:r>
            <a:r>
              <a:rPr lang="en-US" altLang="ko-KR" dirty="0"/>
              <a:t>. </a:t>
            </a:r>
            <a:r>
              <a:rPr lang="ko-KR" altLang="en-US" dirty="0" err="1"/>
              <a:t>뎃글로</a:t>
            </a:r>
            <a:r>
              <a:rPr lang="en-US" altLang="ko-KR" dirty="0"/>
              <a:t>, </a:t>
            </a:r>
            <a:r>
              <a:rPr lang="ko-KR" altLang="en-US" dirty="0"/>
              <a:t>또다른 서비스에 개시물로</a:t>
            </a:r>
            <a:r>
              <a:rPr lang="en-US" altLang="ko-KR" dirty="0"/>
              <a:t>. </a:t>
            </a:r>
            <a:r>
              <a:rPr lang="ko-KR" altLang="en-US" dirty="0"/>
              <a:t>하고 싶은 말만 했다면 </a:t>
            </a:r>
            <a:r>
              <a:rPr lang="ko-KR" altLang="en-US" dirty="0" err="1"/>
              <a:t>속풀이</a:t>
            </a:r>
            <a:r>
              <a:rPr lang="en-US" altLang="ko-KR" dirty="0"/>
              <a:t>, </a:t>
            </a:r>
            <a:r>
              <a:rPr lang="ko-KR" altLang="en-US" dirty="0"/>
              <a:t>피드백은 과연 좋은 것인가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128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피드백은 대화</a:t>
            </a:r>
            <a:r>
              <a:rPr lang="en-US" altLang="ko-KR" dirty="0"/>
              <a:t>, </a:t>
            </a:r>
            <a:r>
              <a:rPr lang="ko-KR" altLang="en-US" dirty="0"/>
              <a:t>하고 싶은 말만 했다면 </a:t>
            </a:r>
            <a:r>
              <a:rPr lang="ko-KR" altLang="en-US" dirty="0" err="1"/>
              <a:t>속풀이</a:t>
            </a:r>
            <a:r>
              <a:rPr lang="en-US" altLang="ko-KR" dirty="0"/>
              <a:t>, </a:t>
            </a:r>
            <a:r>
              <a:rPr lang="ko-KR" altLang="en-US" dirty="0"/>
              <a:t>피드백은 과연 좋은 것인가</a:t>
            </a:r>
            <a:r>
              <a:rPr lang="en-US" altLang="ko-KR" dirty="0"/>
              <a:t>? </a:t>
            </a:r>
            <a:r>
              <a:rPr lang="ko-KR" altLang="en-US" dirty="0"/>
              <a:t>서비스에 대한 진솔한 의견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하지만</a:t>
            </a:r>
            <a:r>
              <a:rPr lang="en-US" altLang="ko-KR" dirty="0"/>
              <a:t>, </a:t>
            </a:r>
            <a:r>
              <a:rPr lang="ko-KR" altLang="en-US" dirty="0"/>
              <a:t>피드백은 </a:t>
            </a:r>
            <a:r>
              <a:rPr lang="en-US" altLang="ko-KR" dirty="0"/>
              <a:t>True</a:t>
            </a:r>
            <a:r>
              <a:rPr lang="ko-KR" altLang="en-US" dirty="0"/>
              <a:t>인가</a:t>
            </a:r>
            <a:r>
              <a:rPr lang="en-US" altLang="ko-KR" dirty="0"/>
              <a:t>? </a:t>
            </a:r>
            <a:r>
              <a:rPr lang="ko-KR" altLang="en-US" dirty="0"/>
              <a:t>아니다</a:t>
            </a:r>
            <a:r>
              <a:rPr lang="en-US" altLang="ko-KR" dirty="0"/>
              <a:t>. </a:t>
            </a:r>
            <a:r>
              <a:rPr lang="ko-KR" altLang="en-US" dirty="0"/>
              <a:t>피드백은 자신만이 가진 시야에서 나온 확실히 주관적 의견이다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하지만 건설적이고 긍정적인 변화를 위한 첫걸음이라는 것은 확실하다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3D15F-F384-42AA-8129-99B66AEABAF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988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ul-lab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3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710571" y="3949650"/>
            <a:ext cx="47708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</a:t>
            </a:r>
            <a:r>
              <a:rPr lang="en-US" altLang="ko-KR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정리</a:t>
            </a:r>
            <a:r>
              <a:rPr lang="en-US" altLang="ko-KR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분류</a:t>
            </a:r>
            <a:r>
              <a:rPr lang="en-US" altLang="ko-KR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반영</a:t>
            </a:r>
            <a:endParaRPr lang="en-US" altLang="ko-KR" sz="3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28EF9DC-EAC1-4F58-B379-BC3695C3686C}"/>
              </a:ext>
            </a:extLst>
          </p:cNvPr>
          <p:cNvSpPr/>
          <p:nvPr/>
        </p:nvSpPr>
        <p:spPr>
          <a:xfrm>
            <a:off x="4257195" y="2366147"/>
            <a:ext cx="367761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 </a:t>
            </a:r>
            <a:r>
              <a:rPr lang="en-US" altLang="ko-KR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배포</a:t>
            </a:r>
            <a:r>
              <a:rPr lang="en-US" altLang="ko-KR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전략</a:t>
            </a:r>
            <a:endParaRPr lang="en-US" altLang="ko-KR" sz="3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14EA1F1F-5DA8-4C45-8504-F168BF03D6EC}"/>
              </a:ext>
            </a:extLst>
          </p:cNvPr>
          <p:cNvCxnSpPr>
            <a:stCxn id="2" idx="1"/>
            <a:endCxn id="8" idx="1"/>
          </p:cNvCxnSpPr>
          <p:nvPr/>
        </p:nvCxnSpPr>
        <p:spPr>
          <a:xfrm rot="10800000" flipV="1">
            <a:off x="3537195" y="2643145"/>
            <a:ext cx="720000" cy="1583503"/>
          </a:xfrm>
          <a:prstGeom prst="bentConnector3">
            <a:avLst>
              <a:gd name="adj1" fmla="val 14182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FAF5947-A223-425A-8D14-B67B82938ABD}"/>
              </a:ext>
            </a:extLst>
          </p:cNvPr>
          <p:cNvCxnSpPr>
            <a:stCxn id="8" idx="3"/>
            <a:endCxn id="2" idx="3"/>
          </p:cNvCxnSpPr>
          <p:nvPr/>
        </p:nvCxnSpPr>
        <p:spPr>
          <a:xfrm flipH="1" flipV="1">
            <a:off x="7934805" y="2643146"/>
            <a:ext cx="720000" cy="1583503"/>
          </a:xfrm>
          <a:prstGeom prst="bentConnector3">
            <a:avLst>
              <a:gd name="adj1" fmla="val -4182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09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28EF9DC-EAC1-4F58-B379-BC3695C3686C}"/>
              </a:ext>
            </a:extLst>
          </p:cNvPr>
          <p:cNvSpPr/>
          <p:nvPr/>
        </p:nvSpPr>
        <p:spPr>
          <a:xfrm>
            <a:off x="4975340" y="3136612"/>
            <a:ext cx="22413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대화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0374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399061" y="2397948"/>
            <a:ext cx="339387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반영해야 할 피드백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반영하지 않을 피드백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예상치 못한 피드백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…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90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56518" y="2644170"/>
            <a:ext cx="62789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r>
              <a:rPr lang="ko-KR" altLang="en-US" sz="32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표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를 만들어 게시하세요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어떤 형태의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표든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괜찮습니다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가능하면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노션의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Table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사용해보세요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8191713-5DD9-45A9-A813-E66B3EB0FD7F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9BDA8-ABDE-46CC-AE6B-46304D94DCA5}"/>
              </a:ext>
            </a:extLst>
          </p:cNvPr>
          <p:cNvSpPr txBox="1"/>
          <p:nvPr/>
        </p:nvSpPr>
        <p:spPr>
          <a:xfrm>
            <a:off x="2849758" y="5910679"/>
            <a:ext cx="8839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블로그에 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2013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51737" y="2644170"/>
            <a:ext cx="60885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피드백을 보고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만약 똑같은 작업을 다시 하라고 한다면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동일한 프로세스로 진행하실 것인가요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73311" y="3136612"/>
            <a:ext cx="1845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왜 그렇죠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1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126333" y="2644170"/>
            <a:ext cx="606608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 피드백을 보고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만약 똑같은 주제를 다시 하라고 한다면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동일한 주제로 진행하실 것인가요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7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73311" y="3136612"/>
            <a:ext cx="18453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왜 그렇죠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49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35250" y="3136612"/>
            <a:ext cx="8321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여러분들의 새로운 영감이나 인사이트를 공유해주세요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7545335-3FE2-4DF6-BDA5-A0BE1C508BEE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CB4C3F-F113-4201-A80E-E3BCC4B2F72A}"/>
              </a:ext>
            </a:extLst>
          </p:cNvPr>
          <p:cNvSpPr txBox="1"/>
          <p:nvPr/>
        </p:nvSpPr>
        <p:spPr>
          <a:xfrm>
            <a:off x="2849758" y="5910679"/>
            <a:ext cx="8839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블로그에 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Publishing </a:t>
            </a:r>
            <a:r>
              <a:rPr lang="ko-KR" altLang="en-US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하세요</a:t>
            </a:r>
            <a:r>
              <a:rPr lang="en-US" altLang="ko-KR" sz="2400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3534004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3136612"/>
            <a:ext cx="82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Fair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는 마무리 되었습니다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77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2890391"/>
            <a:ext cx="82312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그러나 아직 만족스럽지 않다면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다시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5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번으로 돌아가세요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76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80364" y="3136612"/>
            <a:ext cx="82312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필요에 따라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5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번과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6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번을 반복하세요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431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28178" y="3136612"/>
            <a:ext cx="9535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단기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중기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장기 전략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 생애 가치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 획득 비용 분석 등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96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005363" y="1905506"/>
            <a:ext cx="95356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서비스에 가입을 할 이유가 있는가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서비스를 사용할 이유가 있는가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비용을 지불할 이유가 있을까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이것이 진정 고객이 원하는 요구조건일까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고객이 비용을 지불하고 아깝다고 생각하진 않을까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pPr marL="514350" indent="-514350"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차후 고객을 만족시키기 위해 어떤 것을 더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해야할까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47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58813" y="2644170"/>
            <a:ext cx="70743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결과물을 함께 공유해주세요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pPr algn="ctr"/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paul-lab@naver.com</a:t>
            </a:r>
          </a:p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여러분의 결과물을 더 많은 곳에 알려드립니다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94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54919" y="3136612"/>
            <a:ext cx="99982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보내주실 때에는 모든 과제에 대한 링크를 함께 보내주셔야 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4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62770" y="3136612"/>
            <a:ext cx="6266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주소를 함께 주시면 선물을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보내드립니다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82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109191" y="3136612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감사합니다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16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334</Words>
  <Application>Microsoft Office PowerPoint</Application>
  <PresentationFormat>와이드스크린</PresentationFormat>
  <Paragraphs>57</Paragraphs>
  <Slides>20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68</cp:revision>
  <dcterms:created xsi:type="dcterms:W3CDTF">2019-12-21T04:10:53Z</dcterms:created>
  <dcterms:modified xsi:type="dcterms:W3CDTF">2020-06-01T06:37:51Z</dcterms:modified>
</cp:coreProperties>
</file>
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64" r:id="rId5"/>
    <p:sldId id="265" r:id="rId6"/>
    <p:sldId id="281" r:id="rId7"/>
    <p:sldId id="318" r:id="rId8"/>
    <p:sldId id="261" r:id="rId9"/>
    <p:sldId id="319" r:id="rId10"/>
    <p:sldId id="320" r:id="rId11"/>
    <p:sldId id="31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1924" autoAdjust="0"/>
  </p:normalViewPr>
  <p:slideViewPr>
    <p:cSldViewPr snapToGrid="0" showGuides="1">
      <p:cViewPr varScale="1">
        <p:scale>
          <a:sx n="106" d="100"/>
          <a:sy n="106" d="100"/>
        </p:scale>
        <p:origin x="696" y="96"/>
      </p:cViewPr>
      <p:guideLst>
        <p:guide orient="horz" pos="21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29013-EF30-418F-8AC2-28AFB757A035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D15F-F384-42AA-8129-99B66AEAB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37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3D15F-F384-42AA-8129-99B66AEABA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78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59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07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4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64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38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6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8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7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1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F90FB-BC3B-40F6-8617-C2FDBD2E76A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4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ul-lab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F1DB9E-BD14-A047-82B9-283DB73A31BF}"/>
              </a:ext>
            </a:extLst>
          </p:cNvPr>
          <p:cNvSpPr txBox="1"/>
          <p:nvPr/>
        </p:nvSpPr>
        <p:spPr>
          <a:xfrm>
            <a:off x="263155" y="259461"/>
            <a:ext cx="9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누구나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어떠한 제약없이 사용할 수 있는 비영리 저작물입니다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3483" y="2566376"/>
            <a:ext cx="93850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Microcosm SW Fair</a:t>
            </a:r>
          </a:p>
          <a:p>
            <a:pPr algn="r"/>
            <a:r>
              <a:rPr lang="ko-KR" altLang="en-US" sz="4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</a:t>
            </a:r>
            <a:r>
              <a:rPr lang="en-US" altLang="ko-KR" sz="4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sz="40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경쟁없는</a:t>
            </a:r>
            <a:r>
              <a:rPr lang="en-US" altLang="ko-KR" sz="4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4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나만의 </a:t>
            </a:r>
            <a:r>
              <a:rPr lang="ko-KR" altLang="en-US" sz="40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시빅해킹</a:t>
            </a:r>
            <a:r>
              <a:rPr lang="ko-KR" altLang="en-US" sz="4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 Fair</a:t>
            </a:r>
            <a:endParaRPr lang="ko-KR" altLang="en-US" sz="4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8D87B-FEA4-42B3-A63A-4ABD00984429}"/>
              </a:ext>
            </a:extLst>
          </p:cNvPr>
          <p:cNvSpPr txBox="1"/>
          <p:nvPr/>
        </p:nvSpPr>
        <p:spPr>
          <a:xfrm>
            <a:off x="5045602" y="6131904"/>
            <a:ext cx="11485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내용 수정이 필요하시면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paul-lab@naver.com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연락주세요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37C116-7BC4-4C54-AD78-D77BF4E88C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78412" y="1278797"/>
            <a:ext cx="5694188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시빅해커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아이디어 도출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 선택 및 해결책 발견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설계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(5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월 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22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일까지 연재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(5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월 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29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일까지 연재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(6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월 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5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일까지 연재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08380B-69D9-455E-BDD7-D6B747AD4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84444" y="3136612"/>
            <a:ext cx="49655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Fair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질문에서 시작합니다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F13F86-5EFD-4350-B1C9-10CAB91F52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163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83828" y="2890391"/>
            <a:ext cx="666881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모든 것을 의심하는 것이 이곳에 규칙이에요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Fair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조차도요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539832D-3D36-41BB-9AC1-B4C932A3C0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47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87094" y="2151727"/>
            <a:ext cx="550343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왜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배우나요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왜 문제를 발견해야 할까요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왜 해결책을 제시해야 하죠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오지선다형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밖에 세상은 없나요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왜 누군가에게 평가받아야 하죠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9775F1-8AA0-40E6-95BB-15D5FD6ADF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17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87798" y="3136612"/>
            <a:ext cx="68419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초등학생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중학생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고등학생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대학생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직장인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F0C6D8-EAB9-4B25-B57E-320F121711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32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85091" y="3136612"/>
            <a:ext cx="7988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로 할 수 있는 것이 무엇인지 궁금한 누구나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F0C6D8-EAB9-4B25-B57E-320F121711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54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86975" y="2890391"/>
            <a:ext cx="65357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거대한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문샷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싱킹이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아닌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지금 할 수 있는 아주 작은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미노베이션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32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79444" y="1166842"/>
            <a:ext cx="897713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강의마다 이어지는 과제들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쉽지만은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않을거예요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그러나 확신합니다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가치는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올라갈거예요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그럼 가치는 누가 평가하나요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여러분이죠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 노력은 나만이 제대로 평가할 수 있어요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그러니 더 열심히 해봐요 우리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하지만 지치지 않도록 천천히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7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84800" y="1905506"/>
            <a:ext cx="784381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Fair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는 누군가 여러분을 평가하지 않아요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그러니 경쟁력 있는 상상을 할 필요가 없습니다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그러니 돋보이기 위한 보고서를 쓸 필요가 없습니다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b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</a:b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그러니 스스로에게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가장 하고 싶은 것만 물으며 전진하세요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59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87461" y="2890391"/>
            <a:ext cx="81644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여러분은 충분히 많이 익혔습니다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실행하세요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변화시키세요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가치를 높이세요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35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237</Words>
  <Application>Microsoft Office PowerPoint</Application>
  <PresentationFormat>와이드스크린</PresentationFormat>
  <Paragraphs>39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나눔스퀘어</vt:lpstr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lee hojun</cp:lastModifiedBy>
  <cp:revision>45</cp:revision>
  <dcterms:created xsi:type="dcterms:W3CDTF">2019-12-21T04:10:53Z</dcterms:created>
  <dcterms:modified xsi:type="dcterms:W3CDTF">2020-05-18T05:22:09Z</dcterms:modified>
</cp:coreProperties>
</file>